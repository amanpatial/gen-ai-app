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notesMasterIdLst>
    <p:notesMasterId r:id="rId17"/>
  </p:notesMasterIdLst>
  <p:handoutMasterIdLst>
    <p:handoutMasterId r:id="rId18"/>
  </p:handoutMasterIdLst>
  <p:sldIdLst>
    <p:sldId id="256" r:id="rId4"/>
    <p:sldId id="2506" r:id="rId5"/>
    <p:sldId id="2482" r:id="rId6"/>
    <p:sldId id="2504" r:id="rId7"/>
    <p:sldId id="2503" r:id="rId8"/>
    <p:sldId id="2505" r:id="rId9"/>
    <p:sldId id="2499" r:id="rId10"/>
    <p:sldId id="341" r:id="rId11"/>
    <p:sldId id="321" r:id="rId12"/>
    <p:sldId id="2487" r:id="rId13"/>
    <p:sldId id="2488" r:id="rId14"/>
    <p:sldId id="2490" r:id="rId15"/>
    <p:sldId id="301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 Sudhakar" initials="SS" lastIdx="3" clrIdx="0">
    <p:extLst>
      <p:ext uri="{19B8F6BF-5375-455C-9EA6-DF929625EA0E}">
        <p15:presenceInfo xmlns:p15="http://schemas.microsoft.com/office/powerpoint/2012/main" userId="S::sais@apar.com::3ce5b8a8-b2f5-4091-b469-8744bb3316dd" providerId="AD"/>
      </p:ext>
    </p:extLst>
  </p:cmAuthor>
  <p:cmAuthor id="2" name="Aman Patial" initials="AP" lastIdx="2" clrIdx="1">
    <p:extLst>
      <p:ext uri="{19B8F6BF-5375-455C-9EA6-DF929625EA0E}">
        <p15:presenceInfo xmlns:p15="http://schemas.microsoft.com/office/powerpoint/2012/main" userId="Aman Pati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B99A"/>
    <a:srgbClr val="0D8577"/>
    <a:srgbClr val="FFD347"/>
    <a:srgbClr val="9D098B"/>
    <a:srgbClr val="881591"/>
    <a:srgbClr val="D5AB8F"/>
    <a:srgbClr val="404040"/>
    <a:srgbClr val="C0562C"/>
    <a:srgbClr val="2A3353"/>
    <a:srgbClr val="E47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23B54-D8AD-45D2-9FA4-B2C2EC33C07F}" v="439" dt="2024-05-09T18:20:13.86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8"/>
    <p:restoredTop sz="93574" autoAdjust="0"/>
  </p:normalViewPr>
  <p:slideViewPr>
    <p:cSldViewPr snapToGrid="0" snapToObjects="1">
      <p:cViewPr varScale="1">
        <p:scale>
          <a:sx n="32" d="100"/>
          <a:sy n="32" d="100"/>
        </p:scale>
        <p:origin x="84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Patial" userId="e3fd9069-1d14-4a0c-ae1d-8c3a2d937b00" providerId="ADAL" clId="{64323B54-D8AD-45D2-9FA4-B2C2EC33C07F}"/>
    <pc:docChg chg="undo custSel addSld delSld modSld sldOrd">
      <pc:chgData name="Aman Patial" userId="e3fd9069-1d14-4a0c-ae1d-8c3a2d937b00" providerId="ADAL" clId="{64323B54-D8AD-45D2-9FA4-B2C2EC33C07F}" dt="2024-05-09T18:38:13.741" v="13375" actId="14100"/>
      <pc:docMkLst>
        <pc:docMk/>
      </pc:docMkLst>
      <pc:sldChg chg="addSp delSp modSp mod">
        <pc:chgData name="Aman Patial" userId="e3fd9069-1d14-4a0c-ae1d-8c3a2d937b00" providerId="ADAL" clId="{64323B54-D8AD-45D2-9FA4-B2C2EC33C07F}" dt="2024-05-09T17:15:41.987" v="12948" actId="22"/>
        <pc:sldMkLst>
          <pc:docMk/>
          <pc:sldMk cId="0" sldId="256"/>
        </pc:sldMkLst>
        <pc:spChg chg="add del">
          <ac:chgData name="Aman Patial" userId="e3fd9069-1d14-4a0c-ae1d-8c3a2d937b00" providerId="ADAL" clId="{64323B54-D8AD-45D2-9FA4-B2C2EC33C07F}" dt="2024-05-09T03:57:41.544" v="11599" actId="478"/>
          <ac:spMkLst>
            <pc:docMk/>
            <pc:sldMk cId="0" sldId="256"/>
            <ac:spMk id="2" creationId="{110ABB62-B3ED-F1EC-FEDB-5101D822D656}"/>
          </ac:spMkLst>
        </pc:spChg>
        <pc:spChg chg="add mod">
          <ac:chgData name="Aman Patial" userId="e3fd9069-1d14-4a0c-ae1d-8c3a2d937b00" providerId="ADAL" clId="{64323B54-D8AD-45D2-9FA4-B2C2EC33C07F}" dt="2024-04-26T06:12:34.187" v="88" actId="255"/>
          <ac:spMkLst>
            <pc:docMk/>
            <pc:sldMk cId="0" sldId="256"/>
            <ac:spMk id="4" creationId="{9BD43321-E071-AE49-EB6D-FD0CF47B3FB5}"/>
          </ac:spMkLst>
        </pc:spChg>
        <pc:spChg chg="mod">
          <ac:chgData name="Aman Patial" userId="e3fd9069-1d14-4a0c-ae1d-8c3a2d937b00" providerId="ADAL" clId="{64323B54-D8AD-45D2-9FA4-B2C2EC33C07F}" dt="2024-04-26T06:12:06.605" v="59" actId="1076"/>
          <ac:spMkLst>
            <pc:docMk/>
            <pc:sldMk cId="0" sldId="256"/>
            <ac:spMk id="158" creationId="{00000000-0000-0000-0000-000000000000}"/>
          </ac:spMkLst>
        </pc:spChg>
        <pc:spChg chg="mod">
          <ac:chgData name="Aman Patial" userId="e3fd9069-1d14-4a0c-ae1d-8c3a2d937b00" providerId="ADAL" clId="{64323B54-D8AD-45D2-9FA4-B2C2EC33C07F}" dt="2024-05-09T14:24:32.140" v="11648" actId="20577"/>
          <ac:spMkLst>
            <pc:docMk/>
            <pc:sldMk cId="0" sldId="256"/>
            <ac:spMk id="159" creationId="{00000000-0000-0000-0000-000000000000}"/>
          </ac:spMkLst>
        </pc:spChg>
        <pc:spChg chg="mod">
          <ac:chgData name="Aman Patial" userId="e3fd9069-1d14-4a0c-ae1d-8c3a2d937b00" providerId="ADAL" clId="{64323B54-D8AD-45D2-9FA4-B2C2EC33C07F}" dt="2024-05-06T08:56:34.778" v="7667" actId="20577"/>
          <ac:spMkLst>
            <pc:docMk/>
            <pc:sldMk cId="0" sldId="256"/>
            <ac:spMk id="161" creationId="{00000000-0000-0000-0000-000000000000}"/>
          </ac:spMkLst>
        </pc:spChg>
        <pc:spChg chg="del">
          <ac:chgData name="Aman Patial" userId="e3fd9069-1d14-4a0c-ae1d-8c3a2d937b00" providerId="ADAL" clId="{64323B54-D8AD-45D2-9FA4-B2C2EC33C07F}" dt="2024-05-09T03:57:47.119" v="11600" actId="478"/>
          <ac:spMkLst>
            <pc:docMk/>
            <pc:sldMk cId="0" sldId="256"/>
            <ac:spMk id="165" creationId="{00000000-0000-0000-0000-000000000000}"/>
          </ac:spMkLst>
        </pc:spChg>
        <pc:picChg chg="add del mod">
          <ac:chgData name="Aman Patial" userId="e3fd9069-1d14-4a0c-ae1d-8c3a2d937b00" providerId="ADAL" clId="{64323B54-D8AD-45D2-9FA4-B2C2EC33C07F}" dt="2024-05-09T17:15:41.987" v="12948" actId="22"/>
          <ac:picMkLst>
            <pc:docMk/>
            <pc:sldMk cId="0" sldId="256"/>
            <ac:picMk id="3" creationId="{07D26122-F150-7B3E-36F4-66075755FE18}"/>
          </ac:picMkLst>
        </pc:picChg>
        <pc:picChg chg="del">
          <ac:chgData name="Aman Patial" userId="e3fd9069-1d14-4a0c-ae1d-8c3a2d937b00" providerId="ADAL" clId="{64323B54-D8AD-45D2-9FA4-B2C2EC33C07F}" dt="2024-04-26T06:11:49.077" v="51" actId="478"/>
          <ac:picMkLst>
            <pc:docMk/>
            <pc:sldMk cId="0" sldId="256"/>
            <ac:picMk id="3" creationId="{FA09D8E8-A730-3CA0-5BC6-E23D9E6C31A4}"/>
          </ac:picMkLst>
        </pc:picChg>
        <pc:picChg chg="add del mod">
          <ac:chgData name="Aman Patial" userId="e3fd9069-1d14-4a0c-ae1d-8c3a2d937b00" providerId="ADAL" clId="{64323B54-D8AD-45D2-9FA4-B2C2EC33C07F}" dt="2024-05-09T03:57:39.603" v="11598" actId="478"/>
          <ac:picMkLst>
            <pc:docMk/>
            <pc:sldMk cId="0" sldId="256"/>
            <ac:picMk id="5" creationId="{C95557D6-43D1-C36E-6BE8-0DF446F3838B}"/>
          </ac:picMkLst>
        </pc:picChg>
      </pc:sldChg>
      <pc:sldChg chg="ord">
        <pc:chgData name="Aman Patial" userId="e3fd9069-1d14-4a0c-ae1d-8c3a2d937b00" providerId="ADAL" clId="{64323B54-D8AD-45D2-9FA4-B2C2EC33C07F}" dt="2024-05-06T07:59:41.746" v="7488"/>
        <pc:sldMkLst>
          <pc:docMk/>
          <pc:sldMk cId="4045727544" sldId="301"/>
        </pc:sldMkLst>
      </pc:sldChg>
      <pc:sldChg chg="addSp delSp modSp add mod ord">
        <pc:chgData name="Aman Patial" userId="e3fd9069-1d14-4a0c-ae1d-8c3a2d937b00" providerId="ADAL" clId="{64323B54-D8AD-45D2-9FA4-B2C2EC33C07F}" dt="2024-05-09T18:17:31.777" v="13200" actId="20577"/>
        <pc:sldMkLst>
          <pc:docMk/>
          <pc:sldMk cId="45527059" sldId="321"/>
        </pc:sldMkLst>
        <pc:spChg chg="mod">
          <ac:chgData name="Aman Patial" userId="e3fd9069-1d14-4a0c-ae1d-8c3a2d937b00" providerId="ADAL" clId="{64323B54-D8AD-45D2-9FA4-B2C2EC33C07F}" dt="2024-05-09T18:17:31.777" v="13200" actId="20577"/>
          <ac:spMkLst>
            <pc:docMk/>
            <pc:sldMk cId="45527059" sldId="321"/>
            <ac:spMk id="2" creationId="{CF025459-2169-45C9-BEC5-EB177AD56B1D}"/>
          </ac:spMkLst>
        </pc:spChg>
        <pc:spChg chg="add mod">
          <ac:chgData name="Aman Patial" userId="e3fd9069-1d14-4a0c-ae1d-8c3a2d937b00" providerId="ADAL" clId="{64323B54-D8AD-45D2-9FA4-B2C2EC33C07F}" dt="2024-05-09T14:44:04.132" v="11894" actId="1076"/>
          <ac:spMkLst>
            <pc:docMk/>
            <pc:sldMk cId="45527059" sldId="321"/>
            <ac:spMk id="3" creationId="{E45D4C70-FF26-4618-1B0F-C7E461F024BF}"/>
          </ac:spMkLst>
        </pc:spChg>
        <pc:spChg chg="mod">
          <ac:chgData name="Aman Patial" userId="e3fd9069-1d14-4a0c-ae1d-8c3a2d937b00" providerId="ADAL" clId="{64323B54-D8AD-45D2-9FA4-B2C2EC33C07F}" dt="2024-05-09T17:22:59.538" v="12999" actId="206"/>
          <ac:spMkLst>
            <pc:docMk/>
            <pc:sldMk cId="45527059" sldId="321"/>
            <ac:spMk id="4" creationId="{6040F97D-99CA-40D9-87CF-79E142D15469}"/>
          </ac:spMkLst>
        </pc:spChg>
        <pc:spChg chg="mod">
          <ac:chgData name="Aman Patial" userId="e3fd9069-1d14-4a0c-ae1d-8c3a2d937b00" providerId="ADAL" clId="{64323B54-D8AD-45D2-9FA4-B2C2EC33C07F}" dt="2024-05-09T14:40:56.597" v="11878" actId="1036"/>
          <ac:spMkLst>
            <pc:docMk/>
            <pc:sldMk cId="45527059" sldId="321"/>
            <ac:spMk id="5" creationId="{5C520F38-AE0C-4576-8C73-C5F220D0DC58}"/>
          </ac:spMkLst>
        </pc:spChg>
        <pc:spChg chg="mod">
          <ac:chgData name="Aman Patial" userId="e3fd9069-1d14-4a0c-ae1d-8c3a2d937b00" providerId="ADAL" clId="{64323B54-D8AD-45D2-9FA4-B2C2EC33C07F}" dt="2024-05-09T14:41:02.461" v="11888" actId="1035"/>
          <ac:spMkLst>
            <pc:docMk/>
            <pc:sldMk cId="45527059" sldId="321"/>
            <ac:spMk id="6" creationId="{D2247494-2211-44B2-AEDE-CC5903F84D86}"/>
          </ac:spMkLst>
        </pc:spChg>
        <pc:spChg chg="add mod">
          <ac:chgData name="Aman Patial" userId="e3fd9069-1d14-4a0c-ae1d-8c3a2d937b00" providerId="ADAL" clId="{64323B54-D8AD-45D2-9FA4-B2C2EC33C07F}" dt="2024-05-09T14:43:08.611" v="11890" actId="207"/>
          <ac:spMkLst>
            <pc:docMk/>
            <pc:sldMk cId="45527059" sldId="321"/>
            <ac:spMk id="7" creationId="{0D5FC24F-E9BC-1651-4826-65DE003362A8}"/>
          </ac:spMkLst>
        </pc:spChg>
        <pc:spChg chg="mod">
          <ac:chgData name="Aman Patial" userId="e3fd9069-1d14-4a0c-ae1d-8c3a2d937b00" providerId="ADAL" clId="{64323B54-D8AD-45D2-9FA4-B2C2EC33C07F}" dt="2024-05-09T14:43:37.515" v="11891" actId="1076"/>
          <ac:spMkLst>
            <pc:docMk/>
            <pc:sldMk cId="45527059" sldId="321"/>
            <ac:spMk id="10" creationId="{E501BBC8-6F1E-4767-87EE-A12B70F42693}"/>
          </ac:spMkLst>
        </pc:spChg>
        <pc:spChg chg="mod">
          <ac:chgData name="Aman Patial" userId="e3fd9069-1d14-4a0c-ae1d-8c3a2d937b00" providerId="ADAL" clId="{64323B54-D8AD-45D2-9FA4-B2C2EC33C07F}" dt="2024-05-09T14:43:53.947" v="11893" actId="1076"/>
          <ac:spMkLst>
            <pc:docMk/>
            <pc:sldMk cId="45527059" sldId="321"/>
            <ac:spMk id="11" creationId="{5FB7F5BF-1E5F-4F22-92CE-38B60BCB23D7}"/>
          </ac:spMkLst>
        </pc:spChg>
        <pc:spChg chg="mod">
          <ac:chgData name="Aman Patial" userId="e3fd9069-1d14-4a0c-ae1d-8c3a2d937b00" providerId="ADAL" clId="{64323B54-D8AD-45D2-9FA4-B2C2EC33C07F}" dt="2024-05-09T14:38:47.570" v="11837" actId="113"/>
          <ac:spMkLst>
            <pc:docMk/>
            <pc:sldMk cId="45527059" sldId="321"/>
            <ac:spMk id="12" creationId="{CFD57CD1-9352-45E3-8498-144F6730B775}"/>
          </ac:spMkLst>
        </pc:spChg>
        <pc:spChg chg="del">
          <ac:chgData name="Aman Patial" userId="e3fd9069-1d14-4a0c-ae1d-8c3a2d937b00" providerId="ADAL" clId="{64323B54-D8AD-45D2-9FA4-B2C2EC33C07F}" dt="2024-05-06T14:29:42.085" v="8403" actId="478"/>
          <ac:spMkLst>
            <pc:docMk/>
            <pc:sldMk cId="45527059" sldId="321"/>
            <ac:spMk id="13" creationId="{954D677B-5E15-74F2-F630-DD509A3ECD4C}"/>
          </ac:spMkLst>
        </pc:spChg>
        <pc:spChg chg="add mod">
          <ac:chgData name="Aman Patial" userId="e3fd9069-1d14-4a0c-ae1d-8c3a2d937b00" providerId="ADAL" clId="{64323B54-D8AD-45D2-9FA4-B2C2EC33C07F}" dt="2024-05-09T14:40:30.126" v="11864" actId="1035"/>
          <ac:spMkLst>
            <pc:docMk/>
            <pc:sldMk cId="45527059" sldId="321"/>
            <ac:spMk id="14" creationId="{7AEC7224-8A50-2456-18FF-10DE20CDB322}"/>
          </ac:spMkLst>
        </pc:spChg>
        <pc:spChg chg="add mod">
          <ac:chgData name="Aman Patial" userId="e3fd9069-1d14-4a0c-ae1d-8c3a2d937b00" providerId="ADAL" clId="{64323B54-D8AD-45D2-9FA4-B2C2EC33C07F}" dt="2024-05-09T14:44:14.899" v="11900" actId="1036"/>
          <ac:spMkLst>
            <pc:docMk/>
            <pc:sldMk cId="45527059" sldId="321"/>
            <ac:spMk id="15" creationId="{49C1199D-CC66-38BD-7348-B85EC3F59824}"/>
          </ac:spMkLst>
        </pc:spChg>
        <pc:spChg chg="add mod">
          <ac:chgData name="Aman Patial" userId="e3fd9069-1d14-4a0c-ae1d-8c3a2d937b00" providerId="ADAL" clId="{64323B54-D8AD-45D2-9FA4-B2C2EC33C07F}" dt="2024-05-09T14:44:09.218" v="11895" actId="1076"/>
          <ac:spMkLst>
            <pc:docMk/>
            <pc:sldMk cId="45527059" sldId="321"/>
            <ac:spMk id="18" creationId="{B0071016-4C19-41E4-AC43-DEEBA7CC8FA6}"/>
          </ac:spMkLst>
        </pc:spChg>
        <pc:spChg chg="add del mod">
          <ac:chgData name="Aman Patial" userId="e3fd9069-1d14-4a0c-ae1d-8c3a2d937b00" providerId="ADAL" clId="{64323B54-D8AD-45D2-9FA4-B2C2EC33C07F}" dt="2024-05-06T15:06:56.372" v="8923"/>
          <ac:spMkLst>
            <pc:docMk/>
            <pc:sldMk cId="45527059" sldId="321"/>
            <ac:spMk id="20" creationId="{E1BBB306-BA78-6957-862A-4778624014C2}"/>
          </ac:spMkLst>
        </pc:spChg>
        <pc:spChg chg="add mod">
          <ac:chgData name="Aman Patial" userId="e3fd9069-1d14-4a0c-ae1d-8c3a2d937b00" providerId="ADAL" clId="{64323B54-D8AD-45D2-9FA4-B2C2EC33C07F}" dt="2024-05-09T14:44:23.962" v="11902" actId="14100"/>
          <ac:spMkLst>
            <pc:docMk/>
            <pc:sldMk cId="45527059" sldId="321"/>
            <ac:spMk id="21" creationId="{192B26EE-25C2-DA52-E2C0-CB9B158634BE}"/>
          </ac:spMkLst>
        </pc:spChg>
        <pc:spChg chg="add mod">
          <ac:chgData name="Aman Patial" userId="e3fd9069-1d14-4a0c-ae1d-8c3a2d937b00" providerId="ADAL" clId="{64323B54-D8AD-45D2-9FA4-B2C2EC33C07F}" dt="2024-05-09T18:12:40.006" v="13194" actId="108"/>
          <ac:spMkLst>
            <pc:docMk/>
            <pc:sldMk cId="45527059" sldId="321"/>
            <ac:spMk id="22" creationId="{176FBC0A-1798-4492-2BD1-877454163E72}"/>
          </ac:spMkLst>
        </pc:spChg>
        <pc:picChg chg="del mod">
          <ac:chgData name="Aman Patial" userId="e3fd9069-1d14-4a0c-ae1d-8c3a2d937b00" providerId="ADAL" clId="{64323B54-D8AD-45D2-9FA4-B2C2EC33C07F}" dt="2024-05-06T14:30:20.584" v="8413" actId="478"/>
          <ac:picMkLst>
            <pc:docMk/>
            <pc:sldMk cId="45527059" sldId="321"/>
            <ac:picMk id="1046" creationId="{83E89327-6FAC-41DA-8FDE-7BB4C0C89E09}"/>
          </ac:picMkLst>
        </pc:picChg>
        <pc:picChg chg="del mod">
          <ac:chgData name="Aman Patial" userId="e3fd9069-1d14-4a0c-ae1d-8c3a2d937b00" providerId="ADAL" clId="{64323B54-D8AD-45D2-9FA4-B2C2EC33C07F}" dt="2024-05-06T14:30:32.078" v="8415" actId="478"/>
          <ac:picMkLst>
            <pc:docMk/>
            <pc:sldMk cId="45527059" sldId="321"/>
            <ac:picMk id="1050" creationId="{46EFBB4E-7A32-4001-A5F3-8D19B6CCD320}"/>
          </ac:picMkLst>
        </pc:picChg>
        <pc:picChg chg="del mod">
          <ac:chgData name="Aman Patial" userId="e3fd9069-1d14-4a0c-ae1d-8c3a2d937b00" providerId="ADAL" clId="{64323B54-D8AD-45D2-9FA4-B2C2EC33C07F}" dt="2024-05-06T15:11:54.790" v="9012" actId="478"/>
          <ac:picMkLst>
            <pc:docMk/>
            <pc:sldMk cId="45527059" sldId="321"/>
            <ac:picMk id="1052" creationId="{A75933F1-F552-44A3-B6E1-8EB75ECE8BE9}"/>
          </ac:picMkLst>
        </pc:picChg>
        <pc:cxnChg chg="mod">
          <ac:chgData name="Aman Patial" userId="e3fd9069-1d14-4a0c-ae1d-8c3a2d937b00" providerId="ADAL" clId="{64323B54-D8AD-45D2-9FA4-B2C2EC33C07F}" dt="2024-05-09T14:35:44.256" v="11804" actId="1037"/>
          <ac:cxnSpMkLst>
            <pc:docMk/>
            <pc:sldMk cId="45527059" sldId="321"/>
            <ac:cxnSpMk id="8" creationId="{4258DF1A-2441-4B07-98CD-23567DAD8F07}"/>
          </ac:cxnSpMkLst>
        </pc:cxnChg>
        <pc:cxnChg chg="mod">
          <ac:chgData name="Aman Patial" userId="e3fd9069-1d14-4a0c-ae1d-8c3a2d937b00" providerId="ADAL" clId="{64323B54-D8AD-45D2-9FA4-B2C2EC33C07F}" dt="2024-05-09T14:46:15.702" v="11933" actId="14100"/>
          <ac:cxnSpMkLst>
            <pc:docMk/>
            <pc:sldMk cId="45527059" sldId="321"/>
            <ac:cxnSpMk id="9" creationId="{800F15A3-260F-4884-87D3-074F6F74160C}"/>
          </ac:cxnSpMkLst>
        </pc:cxnChg>
        <pc:cxnChg chg="add mod">
          <ac:chgData name="Aman Patial" userId="e3fd9069-1d14-4a0c-ae1d-8c3a2d937b00" providerId="ADAL" clId="{64323B54-D8AD-45D2-9FA4-B2C2EC33C07F}" dt="2024-05-09T14:44:50.133" v="11906" actId="14100"/>
          <ac:cxnSpMkLst>
            <pc:docMk/>
            <pc:sldMk cId="45527059" sldId="321"/>
            <ac:cxnSpMk id="13" creationId="{A6873A79-EF57-3543-36BA-3851B9F78D9C}"/>
          </ac:cxnSpMkLst>
        </pc:cxnChg>
        <pc:cxnChg chg="add mod">
          <ac:chgData name="Aman Patial" userId="e3fd9069-1d14-4a0c-ae1d-8c3a2d937b00" providerId="ADAL" clId="{64323B54-D8AD-45D2-9FA4-B2C2EC33C07F}" dt="2024-05-09T14:45:42.803" v="11928" actId="14100"/>
          <ac:cxnSpMkLst>
            <pc:docMk/>
            <pc:sldMk cId="45527059" sldId="321"/>
            <ac:cxnSpMk id="16" creationId="{E1AB5E91-E8EE-6689-B8AD-57D45260FA1B}"/>
          </ac:cxnSpMkLst>
        </pc:cxnChg>
        <pc:cxnChg chg="add mod">
          <ac:chgData name="Aman Patial" userId="e3fd9069-1d14-4a0c-ae1d-8c3a2d937b00" providerId="ADAL" clId="{64323B54-D8AD-45D2-9FA4-B2C2EC33C07F}" dt="2024-05-09T14:45:53.039" v="11932" actId="14100"/>
          <ac:cxnSpMkLst>
            <pc:docMk/>
            <pc:sldMk cId="45527059" sldId="321"/>
            <ac:cxnSpMk id="17" creationId="{7AF6A03E-43A7-044D-983D-085F3C9124E9}"/>
          </ac:cxnSpMkLst>
        </pc:cxnChg>
        <pc:cxnChg chg="add mod">
          <ac:chgData name="Aman Patial" userId="e3fd9069-1d14-4a0c-ae1d-8c3a2d937b00" providerId="ADAL" clId="{64323B54-D8AD-45D2-9FA4-B2C2EC33C07F}" dt="2024-05-09T14:45:00.023" v="11908" actId="1076"/>
          <ac:cxnSpMkLst>
            <pc:docMk/>
            <pc:sldMk cId="45527059" sldId="321"/>
            <ac:cxnSpMk id="23" creationId="{B48F368F-3435-3177-2744-B4B4C3A7A24C}"/>
          </ac:cxnSpMkLst>
        </pc:cxnChg>
        <pc:cxnChg chg="add mod">
          <ac:chgData name="Aman Patial" userId="e3fd9069-1d14-4a0c-ae1d-8c3a2d937b00" providerId="ADAL" clId="{64323B54-D8AD-45D2-9FA4-B2C2EC33C07F}" dt="2024-05-09T14:45:05.996" v="11910" actId="1076"/>
          <ac:cxnSpMkLst>
            <pc:docMk/>
            <pc:sldMk cId="45527059" sldId="321"/>
            <ac:cxnSpMk id="24" creationId="{DE4ED455-7B74-477C-120E-24F520E08757}"/>
          </ac:cxnSpMkLst>
        </pc:cxnChg>
      </pc:sldChg>
      <pc:sldChg chg="modSp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2914897210" sldId="327"/>
        </pc:sldMkLst>
        <pc:spChg chg="mod">
          <ac:chgData name="Aman Patial" userId="e3fd9069-1d14-4a0c-ae1d-8c3a2d937b00" providerId="ADAL" clId="{64323B54-D8AD-45D2-9FA4-B2C2EC33C07F}" dt="2024-05-08T09:42:07.437" v="11368" actId="20577"/>
          <ac:spMkLst>
            <pc:docMk/>
            <pc:sldMk cId="2914897210" sldId="327"/>
            <ac:spMk id="2" creationId="{5BBEA8DA-1FF0-1F43-9F2B-395BA5B870E7}"/>
          </ac:spMkLst>
        </pc:spChg>
        <pc:spChg chg="mod">
          <ac:chgData name="Aman Patial" userId="e3fd9069-1d14-4a0c-ae1d-8c3a2d937b00" providerId="ADAL" clId="{64323B54-D8AD-45D2-9FA4-B2C2EC33C07F}" dt="2024-05-09T15:01:32.267" v="12117" actId="20577"/>
          <ac:spMkLst>
            <pc:docMk/>
            <pc:sldMk cId="2914897210" sldId="327"/>
            <ac:spMk id="6" creationId="{080655C6-52C9-452E-9C38-20D2311E0C45}"/>
          </ac:spMkLst>
        </pc:spChg>
      </pc:sldChg>
      <pc:sldChg chg="addSp delSp modSp add mod">
        <pc:chgData name="Aman Patial" userId="e3fd9069-1d14-4a0c-ae1d-8c3a2d937b00" providerId="ADAL" clId="{64323B54-D8AD-45D2-9FA4-B2C2EC33C07F}" dt="2024-05-09T18:12:31.239" v="13193" actId="108"/>
        <pc:sldMkLst>
          <pc:docMk/>
          <pc:sldMk cId="1842791838" sldId="341"/>
        </pc:sldMkLst>
        <pc:spChg chg="mod">
          <ac:chgData name="Aman Patial" userId="e3fd9069-1d14-4a0c-ae1d-8c3a2d937b00" providerId="ADAL" clId="{64323B54-D8AD-45D2-9FA4-B2C2EC33C07F}" dt="2024-05-08T09:51:02.297" v="11415" actId="20577"/>
          <ac:spMkLst>
            <pc:docMk/>
            <pc:sldMk cId="1842791838" sldId="341"/>
            <ac:spMk id="2" creationId="{5BBEA8DA-1FF0-1F43-9F2B-395BA5B870E7}"/>
          </ac:spMkLst>
        </pc:spChg>
        <pc:spChg chg="mod">
          <ac:chgData name="Aman Patial" userId="e3fd9069-1d14-4a0c-ae1d-8c3a2d937b00" providerId="ADAL" clId="{64323B54-D8AD-45D2-9FA4-B2C2EC33C07F}" dt="2024-05-09T18:12:31.239" v="13193" actId="108"/>
          <ac:spMkLst>
            <pc:docMk/>
            <pc:sldMk cId="1842791838" sldId="341"/>
            <ac:spMk id="3" creationId="{6E996C68-B9F4-8447-B980-E6005CB5EB60}"/>
          </ac:spMkLst>
        </pc:spChg>
        <pc:spChg chg="mod">
          <ac:chgData name="Aman Patial" userId="e3fd9069-1d14-4a0c-ae1d-8c3a2d937b00" providerId="ADAL" clId="{64323B54-D8AD-45D2-9FA4-B2C2EC33C07F}" dt="2024-05-09T16:49:47.298" v="12801" actId="207"/>
          <ac:spMkLst>
            <pc:docMk/>
            <pc:sldMk cId="1842791838" sldId="341"/>
            <ac:spMk id="12" creationId="{CDB29045-C0A6-540A-7F1E-A1D5448821FF}"/>
          </ac:spMkLst>
        </pc:spChg>
        <pc:spChg chg="mod">
          <ac:chgData name="Aman Patial" userId="e3fd9069-1d14-4a0c-ae1d-8c3a2d937b00" providerId="ADAL" clId="{64323B54-D8AD-45D2-9FA4-B2C2EC33C07F}" dt="2024-05-09T16:49:27.111" v="12794" actId="207"/>
          <ac:spMkLst>
            <pc:docMk/>
            <pc:sldMk cId="1842791838" sldId="341"/>
            <ac:spMk id="13" creationId="{40A116E2-7C11-2902-716E-8A6691A1F198}"/>
          </ac:spMkLst>
        </pc:spChg>
        <pc:spChg chg="mod">
          <ac:chgData name="Aman Patial" userId="e3fd9069-1d14-4a0c-ae1d-8c3a2d937b00" providerId="ADAL" clId="{64323B54-D8AD-45D2-9FA4-B2C2EC33C07F}" dt="2024-05-09T16:49:45.268" v="12800" actId="207"/>
          <ac:spMkLst>
            <pc:docMk/>
            <pc:sldMk cId="1842791838" sldId="341"/>
            <ac:spMk id="15" creationId="{AA98A49A-6DA6-A630-E25B-F5E62C29CDEB}"/>
          </ac:spMkLst>
        </pc:spChg>
        <pc:spChg chg="mod">
          <ac:chgData name="Aman Patial" userId="e3fd9069-1d14-4a0c-ae1d-8c3a2d937b00" providerId="ADAL" clId="{64323B54-D8AD-45D2-9FA4-B2C2EC33C07F}" dt="2024-05-09T16:49:24.456" v="12793" actId="207"/>
          <ac:spMkLst>
            <pc:docMk/>
            <pc:sldMk cId="1842791838" sldId="341"/>
            <ac:spMk id="16" creationId="{9255AC09-C496-7C84-5C74-3DC91D9DABDB}"/>
          </ac:spMkLst>
        </pc:spChg>
        <pc:spChg chg="mod">
          <ac:chgData name="Aman Patial" userId="e3fd9069-1d14-4a0c-ae1d-8c3a2d937b00" providerId="ADAL" clId="{64323B54-D8AD-45D2-9FA4-B2C2EC33C07F}" dt="2024-05-09T16:49:43.145" v="12799" actId="207"/>
          <ac:spMkLst>
            <pc:docMk/>
            <pc:sldMk cId="1842791838" sldId="341"/>
            <ac:spMk id="17" creationId="{D23D543D-28F6-8F58-072D-2F35854F339A}"/>
          </ac:spMkLst>
        </pc:spChg>
        <pc:spChg chg="mod">
          <ac:chgData name="Aman Patial" userId="e3fd9069-1d14-4a0c-ae1d-8c3a2d937b00" providerId="ADAL" clId="{64323B54-D8AD-45D2-9FA4-B2C2EC33C07F}" dt="2024-05-09T16:49:29.439" v="12795" actId="207"/>
          <ac:spMkLst>
            <pc:docMk/>
            <pc:sldMk cId="1842791838" sldId="341"/>
            <ac:spMk id="18" creationId="{DD9F6401-41A8-FDE5-596C-B9F6B1FBE29D}"/>
          </ac:spMkLst>
        </pc:spChg>
        <pc:spChg chg="mod">
          <ac:chgData name="Aman Patial" userId="e3fd9069-1d14-4a0c-ae1d-8c3a2d937b00" providerId="ADAL" clId="{64323B54-D8AD-45D2-9FA4-B2C2EC33C07F}" dt="2024-05-09T16:49:41.105" v="12798" actId="207"/>
          <ac:spMkLst>
            <pc:docMk/>
            <pc:sldMk cId="1842791838" sldId="341"/>
            <ac:spMk id="19" creationId="{E22B957A-408F-1924-C656-ED0BFB2F534F}"/>
          </ac:spMkLst>
        </pc:spChg>
        <pc:spChg chg="mod">
          <ac:chgData name="Aman Patial" userId="e3fd9069-1d14-4a0c-ae1d-8c3a2d937b00" providerId="ADAL" clId="{64323B54-D8AD-45D2-9FA4-B2C2EC33C07F}" dt="2024-05-09T16:49:21.566" v="12792" actId="207"/>
          <ac:spMkLst>
            <pc:docMk/>
            <pc:sldMk cId="1842791838" sldId="341"/>
            <ac:spMk id="20" creationId="{98818F47-3AD7-56C0-00A7-3FECC5063FE4}"/>
          </ac:spMkLst>
        </pc:spChg>
        <pc:spChg chg="mod">
          <ac:chgData name="Aman Patial" userId="e3fd9069-1d14-4a0c-ae1d-8c3a2d937b00" providerId="ADAL" clId="{64323B54-D8AD-45D2-9FA4-B2C2EC33C07F}" dt="2024-05-09T16:49:37.369" v="12797" actId="207"/>
          <ac:spMkLst>
            <pc:docMk/>
            <pc:sldMk cId="1842791838" sldId="341"/>
            <ac:spMk id="21" creationId="{A1F748BC-DDB8-E451-730E-8D70A8457321}"/>
          </ac:spMkLst>
        </pc:spChg>
        <pc:spChg chg="mod">
          <ac:chgData name="Aman Patial" userId="e3fd9069-1d14-4a0c-ae1d-8c3a2d937b00" providerId="ADAL" clId="{64323B54-D8AD-45D2-9FA4-B2C2EC33C07F}" dt="2024-05-09T16:49:17.742" v="12791" actId="207"/>
          <ac:spMkLst>
            <pc:docMk/>
            <pc:sldMk cId="1842791838" sldId="341"/>
            <ac:spMk id="22" creationId="{B02E03D9-32D8-7ED5-2219-08D1EFC68FFD}"/>
          </ac:spMkLst>
        </pc:spChg>
        <pc:spChg chg="mod">
          <ac:chgData name="Aman Patial" userId="e3fd9069-1d14-4a0c-ae1d-8c3a2d937b00" providerId="ADAL" clId="{64323B54-D8AD-45D2-9FA4-B2C2EC33C07F}" dt="2024-05-09T16:49:31.438" v="12796" actId="207"/>
          <ac:spMkLst>
            <pc:docMk/>
            <pc:sldMk cId="1842791838" sldId="341"/>
            <ac:spMk id="23" creationId="{66023391-DCF3-6EB9-87CD-F697B8662129}"/>
          </ac:spMkLst>
        </pc:spChg>
        <pc:spChg chg="mod">
          <ac:chgData name="Aman Patial" userId="e3fd9069-1d14-4a0c-ae1d-8c3a2d937b00" providerId="ADAL" clId="{64323B54-D8AD-45D2-9FA4-B2C2EC33C07F}" dt="2024-05-06T14:35:40.398" v="8475" actId="20577"/>
          <ac:spMkLst>
            <pc:docMk/>
            <pc:sldMk cId="1842791838" sldId="341"/>
            <ac:spMk id="29" creationId="{B22F9090-1C40-DDC7-C605-3C4EFD5F7AC9}"/>
          </ac:spMkLst>
        </pc:spChg>
        <pc:spChg chg="mod">
          <ac:chgData name="Aman Patial" userId="e3fd9069-1d14-4a0c-ae1d-8c3a2d937b00" providerId="ADAL" clId="{64323B54-D8AD-45D2-9FA4-B2C2EC33C07F}" dt="2024-05-06T14:35:44.227" v="8476" actId="20577"/>
          <ac:spMkLst>
            <pc:docMk/>
            <pc:sldMk cId="1842791838" sldId="341"/>
            <ac:spMk id="30" creationId="{7427E411-7FCF-5693-639D-198FC510C323}"/>
          </ac:spMkLst>
        </pc:spChg>
        <pc:spChg chg="mod">
          <ac:chgData name="Aman Patial" userId="e3fd9069-1d14-4a0c-ae1d-8c3a2d937b00" providerId="ADAL" clId="{64323B54-D8AD-45D2-9FA4-B2C2EC33C07F}" dt="2024-05-06T14:35:47.234" v="8477" actId="20577"/>
          <ac:spMkLst>
            <pc:docMk/>
            <pc:sldMk cId="1842791838" sldId="341"/>
            <ac:spMk id="31" creationId="{7301794A-6227-8690-0DAA-BCCCD18E443D}"/>
          </ac:spMkLst>
        </pc:spChg>
        <pc:spChg chg="mod">
          <ac:chgData name="Aman Patial" userId="e3fd9069-1d14-4a0c-ae1d-8c3a2d937b00" providerId="ADAL" clId="{64323B54-D8AD-45D2-9FA4-B2C2EC33C07F}" dt="2024-05-06T14:35:49.014" v="8478" actId="20577"/>
          <ac:spMkLst>
            <pc:docMk/>
            <pc:sldMk cId="1842791838" sldId="341"/>
            <ac:spMk id="32" creationId="{EDEF924E-96F8-23B8-E0EE-4F84962CDDB9}"/>
          </ac:spMkLst>
        </pc:spChg>
        <pc:spChg chg="mod">
          <ac:chgData name="Aman Patial" userId="e3fd9069-1d14-4a0c-ae1d-8c3a2d937b00" providerId="ADAL" clId="{64323B54-D8AD-45D2-9FA4-B2C2EC33C07F}" dt="2024-05-06T14:35:53.247" v="8479" actId="20577"/>
          <ac:spMkLst>
            <pc:docMk/>
            <pc:sldMk cId="1842791838" sldId="341"/>
            <ac:spMk id="33" creationId="{45338B3E-C17B-B4A7-0E10-4C2AA963AF6C}"/>
          </ac:spMkLst>
        </pc:spChg>
        <pc:spChg chg="mod">
          <ac:chgData name="Aman Patial" userId="e3fd9069-1d14-4a0c-ae1d-8c3a2d937b00" providerId="ADAL" clId="{64323B54-D8AD-45D2-9FA4-B2C2EC33C07F}" dt="2024-05-06T14:35:56.557" v="8480" actId="20577"/>
          <ac:spMkLst>
            <pc:docMk/>
            <pc:sldMk cId="1842791838" sldId="341"/>
            <ac:spMk id="34" creationId="{F483851C-F62A-896E-0182-2DEA0EC29C7E}"/>
          </ac:spMkLst>
        </pc:spChg>
        <pc:spChg chg="mod">
          <ac:chgData name="Aman Patial" userId="e3fd9069-1d14-4a0c-ae1d-8c3a2d937b00" providerId="ADAL" clId="{64323B54-D8AD-45D2-9FA4-B2C2EC33C07F}" dt="2024-05-06T14:40:29.776" v="8569" actId="113"/>
          <ac:spMkLst>
            <pc:docMk/>
            <pc:sldMk cId="1842791838" sldId="341"/>
            <ac:spMk id="41" creationId="{8EC689C9-D01C-7686-142F-A5E964F7CB81}"/>
          </ac:spMkLst>
        </pc:spChg>
        <pc:spChg chg="mod">
          <ac:chgData name="Aman Patial" userId="e3fd9069-1d14-4a0c-ae1d-8c3a2d937b00" providerId="ADAL" clId="{64323B54-D8AD-45D2-9FA4-B2C2EC33C07F}" dt="2024-05-06T14:57:43.052" v="8706" actId="1076"/>
          <ac:spMkLst>
            <pc:docMk/>
            <pc:sldMk cId="1842791838" sldId="341"/>
            <ac:spMk id="43" creationId="{2B231204-5C54-DEE3-BBA1-5CD6E4FDA3A2}"/>
          </ac:spMkLst>
        </pc:spChg>
        <pc:spChg chg="mod">
          <ac:chgData name="Aman Patial" userId="e3fd9069-1d14-4a0c-ae1d-8c3a2d937b00" providerId="ADAL" clId="{64323B54-D8AD-45D2-9FA4-B2C2EC33C07F}" dt="2024-05-06T14:41:06.346" v="8570" actId="2711"/>
          <ac:spMkLst>
            <pc:docMk/>
            <pc:sldMk cId="1842791838" sldId="341"/>
            <ac:spMk id="45" creationId="{E7F3C42E-ECB1-4324-5161-95A2749ED888}"/>
          </ac:spMkLst>
        </pc:spChg>
        <pc:spChg chg="mod">
          <ac:chgData name="Aman Patial" userId="e3fd9069-1d14-4a0c-ae1d-8c3a2d937b00" providerId="ADAL" clId="{64323B54-D8AD-45D2-9FA4-B2C2EC33C07F}" dt="2024-05-06T14:37:57.717" v="8527" actId="20577"/>
          <ac:spMkLst>
            <pc:docMk/>
            <pc:sldMk cId="1842791838" sldId="341"/>
            <ac:spMk id="47" creationId="{DEE83295-1C99-3D52-C984-FCCD93A84402}"/>
          </ac:spMkLst>
        </pc:spChg>
        <pc:spChg chg="mod">
          <ac:chgData name="Aman Patial" userId="e3fd9069-1d14-4a0c-ae1d-8c3a2d937b00" providerId="ADAL" clId="{64323B54-D8AD-45D2-9FA4-B2C2EC33C07F}" dt="2024-05-06T14:57:23.101" v="8703" actId="20577"/>
          <ac:spMkLst>
            <pc:docMk/>
            <pc:sldMk cId="1842791838" sldId="341"/>
            <ac:spMk id="49" creationId="{ED825BA7-03F3-5A22-6C09-8747713DC0B4}"/>
          </ac:spMkLst>
        </pc:spChg>
        <pc:spChg chg="mod">
          <ac:chgData name="Aman Patial" userId="e3fd9069-1d14-4a0c-ae1d-8c3a2d937b00" providerId="ADAL" clId="{64323B54-D8AD-45D2-9FA4-B2C2EC33C07F}" dt="2024-05-06T14:36:20.718" v="8491" actId="20577"/>
          <ac:spMkLst>
            <pc:docMk/>
            <pc:sldMk cId="1842791838" sldId="341"/>
            <ac:spMk id="51" creationId="{F1FDB447-AE37-5366-ACC9-573DE7F2B65B}"/>
          </ac:spMkLst>
        </pc:spChg>
        <pc:grpChg chg="add del mod">
          <ac:chgData name="Aman Patial" userId="e3fd9069-1d14-4a0c-ae1d-8c3a2d937b00" providerId="ADAL" clId="{64323B54-D8AD-45D2-9FA4-B2C2EC33C07F}" dt="2024-05-08T15:02:32.946" v="11597" actId="14100"/>
          <ac:grpSpMkLst>
            <pc:docMk/>
            <pc:sldMk cId="1842791838" sldId="341"/>
            <ac:grpSpMk id="4" creationId="{9A310DF1-32DB-7DA7-D9D4-9CAD5CEC541B}"/>
          </ac:grpSpMkLst>
        </pc:grpChg>
      </pc:sldChg>
      <pc:sldChg chg="modSp add del mod">
        <pc:chgData name="Aman Patial" userId="e3fd9069-1d14-4a0c-ae1d-8c3a2d937b00" providerId="ADAL" clId="{64323B54-D8AD-45D2-9FA4-B2C2EC33C07F}" dt="2024-05-06T14:29:30.943" v="8401" actId="2696"/>
        <pc:sldMkLst>
          <pc:docMk/>
          <pc:sldMk cId="1221329326" sldId="347"/>
        </pc:sldMkLst>
        <pc:spChg chg="mod">
          <ac:chgData name="Aman Patial" userId="e3fd9069-1d14-4a0c-ae1d-8c3a2d937b00" providerId="ADAL" clId="{64323B54-D8AD-45D2-9FA4-B2C2EC33C07F}" dt="2024-05-06T14:29:06.810" v="8399" actId="20577"/>
          <ac:spMkLst>
            <pc:docMk/>
            <pc:sldMk cId="1221329326" sldId="347"/>
            <ac:spMk id="2" creationId="{CF025459-2169-45C9-BEC5-EB177AD56B1D}"/>
          </ac:spMkLst>
        </pc:spChg>
      </pc:sldChg>
      <pc:sldChg chg="modSp del mod">
        <pc:chgData name="Aman Patial" userId="e3fd9069-1d14-4a0c-ae1d-8c3a2d937b00" providerId="ADAL" clId="{64323B54-D8AD-45D2-9FA4-B2C2EC33C07F}" dt="2024-04-26T06:17:35.655" v="408" actId="2696"/>
        <pc:sldMkLst>
          <pc:docMk/>
          <pc:sldMk cId="4011389256" sldId="377"/>
        </pc:sldMkLst>
        <pc:spChg chg="mod">
          <ac:chgData name="Aman Patial" userId="e3fd9069-1d14-4a0c-ae1d-8c3a2d937b00" providerId="ADAL" clId="{64323B54-D8AD-45D2-9FA4-B2C2EC33C07F}" dt="2024-04-26T06:15:53.315" v="366" actId="20577"/>
          <ac:spMkLst>
            <pc:docMk/>
            <pc:sldMk cId="4011389256" sldId="377"/>
            <ac:spMk id="2" creationId="{CCBBEFED-26DC-F34B-8A52-1DEA50FABAE8}"/>
          </ac:spMkLst>
        </pc:spChg>
        <pc:spChg chg="mod">
          <ac:chgData name="Aman Patial" userId="e3fd9069-1d14-4a0c-ae1d-8c3a2d937b00" providerId="ADAL" clId="{64323B54-D8AD-45D2-9FA4-B2C2EC33C07F}" dt="2024-04-26T06:16:46.285" v="405" actId="20577"/>
          <ac:spMkLst>
            <pc:docMk/>
            <pc:sldMk cId="4011389256" sldId="377"/>
            <ac:spMk id="9" creationId="{DA331062-1B8A-D2F9-2683-3A4B6620546D}"/>
          </ac:spMkLst>
        </pc:spChg>
        <pc:graphicFrameChg chg="mod modGraphic">
          <ac:chgData name="Aman Patial" userId="e3fd9069-1d14-4a0c-ae1d-8c3a2d937b00" providerId="ADAL" clId="{64323B54-D8AD-45D2-9FA4-B2C2EC33C07F}" dt="2024-04-26T06:17:14.458" v="406"/>
          <ac:graphicFrameMkLst>
            <pc:docMk/>
            <pc:sldMk cId="4011389256" sldId="377"/>
            <ac:graphicFrameMk id="5" creationId="{3B0A088B-B50A-90BD-EFDE-89D7E9373047}"/>
          </ac:graphicFrameMkLst>
        </pc:graphicFrameChg>
      </pc:sldChg>
      <pc:sldChg chg="del">
        <pc:chgData name="Aman Patial" userId="e3fd9069-1d14-4a0c-ae1d-8c3a2d937b00" providerId="ADAL" clId="{64323B54-D8AD-45D2-9FA4-B2C2EC33C07F}" dt="2024-04-26T06:19:28.143" v="468" actId="47"/>
        <pc:sldMkLst>
          <pc:docMk/>
          <pc:sldMk cId="2507504063" sldId="2477"/>
        </pc:sldMkLst>
      </pc:sldChg>
      <pc:sldChg chg="addSp delSp modSp del mod">
        <pc:chgData name="Aman Patial" userId="e3fd9069-1d14-4a0c-ae1d-8c3a2d937b00" providerId="ADAL" clId="{64323B54-D8AD-45D2-9FA4-B2C2EC33C07F}" dt="2024-05-09T18:16:12.873" v="13199" actId="2696"/>
        <pc:sldMkLst>
          <pc:docMk/>
          <pc:sldMk cId="2661176327" sldId="2478"/>
        </pc:sldMkLst>
        <pc:spChg chg="mod">
          <ac:chgData name="Aman Patial" userId="e3fd9069-1d14-4a0c-ae1d-8c3a2d937b00" providerId="ADAL" clId="{64323B54-D8AD-45D2-9FA4-B2C2EC33C07F}" dt="2024-04-26T06:18:26.094" v="460" actId="20577"/>
          <ac:spMkLst>
            <pc:docMk/>
            <pc:sldMk cId="2661176327" sldId="2478"/>
            <ac:spMk id="2" creationId="{B71CF53F-1097-A68F-AE68-8A78B1F90D1B}"/>
          </ac:spMkLst>
        </pc:spChg>
        <pc:spChg chg="mod">
          <ac:chgData name="Aman Patial" userId="e3fd9069-1d14-4a0c-ae1d-8c3a2d937b00" providerId="ADAL" clId="{64323B54-D8AD-45D2-9FA4-B2C2EC33C07F}" dt="2024-04-26T06:20:14.569" v="507" actId="20577"/>
          <ac:spMkLst>
            <pc:docMk/>
            <pc:sldMk cId="2661176327" sldId="2478"/>
            <ac:spMk id="3" creationId="{3C482084-4B47-4538-1190-B453EB2F44EC}"/>
          </ac:spMkLst>
        </pc:spChg>
        <pc:picChg chg="del">
          <ac:chgData name="Aman Patial" userId="e3fd9069-1d14-4a0c-ae1d-8c3a2d937b00" providerId="ADAL" clId="{64323B54-D8AD-45D2-9FA4-B2C2EC33C07F}" dt="2024-04-26T06:18:30.283" v="461" actId="478"/>
          <ac:picMkLst>
            <pc:docMk/>
            <pc:sldMk cId="2661176327" sldId="2478"/>
            <ac:picMk id="4" creationId="{B9E5433E-3785-FC1A-EAFF-5ACB437E7686}"/>
          </ac:picMkLst>
        </pc:picChg>
        <pc:picChg chg="add mod">
          <ac:chgData name="Aman Patial" userId="e3fd9069-1d14-4a0c-ae1d-8c3a2d937b00" providerId="ADAL" clId="{64323B54-D8AD-45D2-9FA4-B2C2EC33C07F}" dt="2024-04-26T10:09:14.116" v="2380" actId="1076"/>
          <ac:picMkLst>
            <pc:docMk/>
            <pc:sldMk cId="2661176327" sldId="2478"/>
            <ac:picMk id="6" creationId="{39129037-A191-045A-3E22-688E11CC2E86}"/>
          </ac:picMkLst>
        </pc:picChg>
      </pc:sldChg>
      <pc:sldChg chg="del">
        <pc:chgData name="Aman Patial" userId="e3fd9069-1d14-4a0c-ae1d-8c3a2d937b00" providerId="ADAL" clId="{64323B54-D8AD-45D2-9FA4-B2C2EC33C07F}" dt="2024-04-26T06:19:08.869" v="467" actId="2696"/>
        <pc:sldMkLst>
          <pc:docMk/>
          <pc:sldMk cId="1895809384" sldId="2479"/>
        </pc:sldMkLst>
      </pc:sldChg>
      <pc:sldChg chg="addSp delSp modSp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2840176797" sldId="2481"/>
        </pc:sldMkLst>
        <pc:spChg chg="mod">
          <ac:chgData name="Aman Patial" userId="e3fd9069-1d14-4a0c-ae1d-8c3a2d937b00" providerId="ADAL" clId="{64323B54-D8AD-45D2-9FA4-B2C2EC33C07F}" dt="2024-04-26T06:20:42.170" v="517" actId="20577"/>
          <ac:spMkLst>
            <pc:docMk/>
            <pc:sldMk cId="2840176797" sldId="2481"/>
            <ac:spMk id="2" creationId="{5BBEA8DA-1FF0-1F43-9F2B-395BA5B870E7}"/>
          </ac:spMkLst>
        </pc:spChg>
        <pc:spChg chg="del mod">
          <ac:chgData name="Aman Patial" userId="e3fd9069-1d14-4a0c-ae1d-8c3a2d937b00" providerId="ADAL" clId="{64323B54-D8AD-45D2-9FA4-B2C2EC33C07F}" dt="2024-05-05T09:50:25.116" v="5973" actId="478"/>
          <ac:spMkLst>
            <pc:docMk/>
            <pc:sldMk cId="2840176797" sldId="2481"/>
            <ac:spMk id="3" creationId="{C1A741FF-438C-469B-0A89-E71C31F29B23}"/>
          </ac:spMkLst>
        </pc:spChg>
        <pc:spChg chg="add mod">
          <ac:chgData name="Aman Patial" userId="e3fd9069-1d14-4a0c-ae1d-8c3a2d937b00" providerId="ADAL" clId="{64323B54-D8AD-45D2-9FA4-B2C2EC33C07F}" dt="2024-05-06T04:51:34.934" v="6916" actId="20577"/>
          <ac:spMkLst>
            <pc:docMk/>
            <pc:sldMk cId="2840176797" sldId="2481"/>
            <ac:spMk id="4" creationId="{225279B4-5B5C-9C2F-9FDF-170F1CD6E770}"/>
          </ac:spMkLst>
        </pc:spChg>
        <pc:spChg chg="add del mod">
          <ac:chgData name="Aman Patial" userId="e3fd9069-1d14-4a0c-ae1d-8c3a2d937b00" providerId="ADAL" clId="{64323B54-D8AD-45D2-9FA4-B2C2EC33C07F}" dt="2024-05-05T09:50:17.007" v="5971" actId="478"/>
          <ac:spMkLst>
            <pc:docMk/>
            <pc:sldMk cId="2840176797" sldId="2481"/>
            <ac:spMk id="6" creationId="{E3ED413A-51F1-7431-37EC-AFF2209F09B3}"/>
          </ac:spMkLst>
        </pc:spChg>
        <pc:picChg chg="add mod">
          <ac:chgData name="Aman Patial" userId="e3fd9069-1d14-4a0c-ae1d-8c3a2d937b00" providerId="ADAL" clId="{64323B54-D8AD-45D2-9FA4-B2C2EC33C07F}" dt="2024-05-06T04:27:50.904" v="6819" actId="14100"/>
          <ac:picMkLst>
            <pc:docMk/>
            <pc:sldMk cId="2840176797" sldId="2481"/>
            <ac:picMk id="4098" creationId="{8CB49CC2-205D-7CAE-2C59-8DA1FCC53DCE}"/>
          </ac:picMkLst>
        </pc:picChg>
      </pc:sldChg>
      <pc:sldChg chg="addSp modSp new mod ord">
        <pc:chgData name="Aman Patial" userId="e3fd9069-1d14-4a0c-ae1d-8c3a2d937b00" providerId="ADAL" clId="{64323B54-D8AD-45D2-9FA4-B2C2EC33C07F}" dt="2024-05-09T18:30:45.741" v="13243" actId="1076"/>
        <pc:sldMkLst>
          <pc:docMk/>
          <pc:sldMk cId="231565693" sldId="2482"/>
        </pc:sldMkLst>
        <pc:spChg chg="mod">
          <ac:chgData name="Aman Patial" userId="e3fd9069-1d14-4a0c-ae1d-8c3a2d937b00" providerId="ADAL" clId="{64323B54-D8AD-45D2-9FA4-B2C2EC33C07F}" dt="2024-05-08T09:56:52.865" v="11519" actId="20577"/>
          <ac:spMkLst>
            <pc:docMk/>
            <pc:sldMk cId="231565693" sldId="2482"/>
            <ac:spMk id="2" creationId="{3980A3AF-7784-BED3-6A3C-5D6E9AC53CAB}"/>
          </ac:spMkLst>
        </pc:spChg>
        <pc:spChg chg="mod">
          <ac:chgData name="Aman Patial" userId="e3fd9069-1d14-4a0c-ae1d-8c3a2d937b00" providerId="ADAL" clId="{64323B54-D8AD-45D2-9FA4-B2C2EC33C07F}" dt="2024-05-09T15:38:15.860" v="12387" actId="20577"/>
          <ac:spMkLst>
            <pc:docMk/>
            <pc:sldMk cId="231565693" sldId="2482"/>
            <ac:spMk id="3" creationId="{52427433-C0A2-55B0-772E-0DBAA001FBCB}"/>
          </ac:spMkLst>
        </pc:spChg>
        <pc:spChg chg="add mod">
          <ac:chgData name="Aman Patial" userId="e3fd9069-1d14-4a0c-ae1d-8c3a2d937b00" providerId="ADAL" clId="{64323B54-D8AD-45D2-9FA4-B2C2EC33C07F}" dt="2024-05-09T18:30:39.509" v="13242" actId="1076"/>
          <ac:spMkLst>
            <pc:docMk/>
            <pc:sldMk cId="231565693" sldId="2482"/>
            <ac:spMk id="5" creationId="{A14E451F-EA84-1D13-DF9E-B638CA3C140A}"/>
          </ac:spMkLst>
        </pc:spChg>
        <pc:picChg chg="add mod">
          <ac:chgData name="Aman Patial" userId="e3fd9069-1d14-4a0c-ae1d-8c3a2d937b00" providerId="ADAL" clId="{64323B54-D8AD-45D2-9FA4-B2C2EC33C07F}" dt="2024-05-09T18:30:45.741" v="13243" actId="1076"/>
          <ac:picMkLst>
            <pc:docMk/>
            <pc:sldMk cId="231565693" sldId="2482"/>
            <ac:picMk id="6" creationId="{4E0110E4-FDC1-4DF9-E121-881EE90BDB25}"/>
          </ac:picMkLst>
        </pc:picChg>
        <pc:picChg chg="add">
          <ac:chgData name="Aman Patial" userId="e3fd9069-1d14-4a0c-ae1d-8c3a2d937b00" providerId="ADAL" clId="{64323B54-D8AD-45D2-9FA4-B2C2EC33C07F}" dt="2024-05-09T15:04:54.344" v="12160"/>
          <ac:picMkLst>
            <pc:docMk/>
            <pc:sldMk cId="231565693" sldId="2482"/>
            <ac:picMk id="1026" creationId="{32574271-E627-A5BF-63EF-FA1DA397BD3C}"/>
          </ac:picMkLst>
        </pc:picChg>
      </pc:sldChg>
      <pc:sldChg chg="del">
        <pc:chgData name="Aman Patial" userId="e3fd9069-1d14-4a0c-ae1d-8c3a2d937b00" providerId="ADAL" clId="{64323B54-D8AD-45D2-9FA4-B2C2EC33C07F}" dt="2024-04-26T06:19:06.414" v="466" actId="2696"/>
        <pc:sldMkLst>
          <pc:docMk/>
          <pc:sldMk cId="1637172750" sldId="2483"/>
        </pc:sldMkLst>
      </pc:sldChg>
      <pc:sldChg chg="addSp delSp modSp add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3939145570" sldId="2483"/>
        </pc:sldMkLst>
        <pc:spChg chg="mod">
          <ac:chgData name="Aman Patial" userId="e3fd9069-1d14-4a0c-ae1d-8c3a2d937b00" providerId="ADAL" clId="{64323B54-D8AD-45D2-9FA4-B2C2EC33C07F}" dt="2024-05-06T07:59:11.085" v="7485" actId="20577"/>
          <ac:spMkLst>
            <pc:docMk/>
            <pc:sldMk cId="3939145570" sldId="2483"/>
            <ac:spMk id="2" creationId="{3980A3AF-7784-BED3-6A3C-5D6E9AC53CAB}"/>
          </ac:spMkLst>
        </pc:spChg>
        <pc:spChg chg="mod">
          <ac:chgData name="Aman Patial" userId="e3fd9069-1d14-4a0c-ae1d-8c3a2d937b00" providerId="ADAL" clId="{64323B54-D8AD-45D2-9FA4-B2C2EC33C07F}" dt="2024-05-05T07:20:44.264" v="5333" actId="20577"/>
          <ac:spMkLst>
            <pc:docMk/>
            <pc:sldMk cId="3939145570" sldId="2483"/>
            <ac:spMk id="3" creationId="{52427433-C0A2-55B0-772E-0DBAA001FBCB}"/>
          </ac:spMkLst>
        </pc:spChg>
        <pc:spChg chg="add del mod">
          <ac:chgData name="Aman Patial" userId="e3fd9069-1d14-4a0c-ae1d-8c3a2d937b00" providerId="ADAL" clId="{64323B54-D8AD-45D2-9FA4-B2C2EC33C07F}" dt="2024-05-05T07:20:15.142" v="5311"/>
          <ac:spMkLst>
            <pc:docMk/>
            <pc:sldMk cId="3939145570" sldId="2483"/>
            <ac:spMk id="4" creationId="{51B2C532-C3E5-2A61-BA29-5518B8D1925D}"/>
          </ac:spMkLst>
        </pc:spChg>
        <pc:spChg chg="mod">
          <ac:chgData name="Aman Patial" userId="e3fd9069-1d14-4a0c-ae1d-8c3a2d937b00" providerId="ADAL" clId="{64323B54-D8AD-45D2-9FA4-B2C2EC33C07F}" dt="2024-05-06T10:33:52.320" v="8307" actId="14100"/>
          <ac:spMkLst>
            <pc:docMk/>
            <pc:sldMk cId="3939145570" sldId="2483"/>
            <ac:spMk id="5" creationId="{A14E451F-EA84-1D13-DF9E-B638CA3C140A}"/>
          </ac:spMkLst>
        </pc:spChg>
      </pc:sldChg>
      <pc:sldChg chg="del">
        <pc:chgData name="Aman Patial" userId="e3fd9069-1d14-4a0c-ae1d-8c3a2d937b00" providerId="ADAL" clId="{64323B54-D8AD-45D2-9FA4-B2C2EC33C07F}" dt="2024-04-26T06:18:04.290" v="417" actId="2696"/>
        <pc:sldMkLst>
          <pc:docMk/>
          <pc:sldMk cId="579719369" sldId="2484"/>
        </pc:sldMkLst>
      </pc:sldChg>
      <pc:sldChg chg="addSp modSp new del mod ord">
        <pc:chgData name="Aman Patial" userId="e3fd9069-1d14-4a0c-ae1d-8c3a2d937b00" providerId="ADAL" clId="{64323B54-D8AD-45D2-9FA4-B2C2EC33C07F}" dt="2024-04-29T09:18:51.750" v="2631" actId="2696"/>
        <pc:sldMkLst>
          <pc:docMk/>
          <pc:sldMk cId="582593694" sldId="2484"/>
        </pc:sldMkLst>
        <pc:spChg chg="mod">
          <ac:chgData name="Aman Patial" userId="e3fd9069-1d14-4a0c-ae1d-8c3a2d937b00" providerId="ADAL" clId="{64323B54-D8AD-45D2-9FA4-B2C2EC33C07F}" dt="2024-04-26T06:56:04.201" v="713" actId="5793"/>
          <ac:spMkLst>
            <pc:docMk/>
            <pc:sldMk cId="582593694" sldId="2484"/>
            <ac:spMk id="2" creationId="{633B1A2D-03CC-8FFC-08DC-97A5374E7C70}"/>
          </ac:spMkLst>
        </pc:spChg>
        <pc:spChg chg="mod">
          <ac:chgData name="Aman Patial" userId="e3fd9069-1d14-4a0c-ae1d-8c3a2d937b00" providerId="ADAL" clId="{64323B54-D8AD-45D2-9FA4-B2C2EC33C07F}" dt="2024-04-26T07:11:49.974" v="1156" actId="113"/>
          <ac:spMkLst>
            <pc:docMk/>
            <pc:sldMk cId="582593694" sldId="2484"/>
            <ac:spMk id="3" creationId="{9131C756-50E7-40C4-F528-A3D7C742A423}"/>
          </ac:spMkLst>
        </pc:spChg>
        <pc:picChg chg="add mod">
          <ac:chgData name="Aman Patial" userId="e3fd9069-1d14-4a0c-ae1d-8c3a2d937b00" providerId="ADAL" clId="{64323B54-D8AD-45D2-9FA4-B2C2EC33C07F}" dt="2024-04-26T06:55:29.231" v="685" actId="14100"/>
          <ac:picMkLst>
            <pc:docMk/>
            <pc:sldMk cId="582593694" sldId="2484"/>
            <ac:picMk id="5" creationId="{38B069A2-A639-60DF-D95A-1E7FCBE8B458}"/>
          </ac:picMkLst>
        </pc:picChg>
      </pc:sldChg>
      <pc:sldChg chg="del">
        <pc:chgData name="Aman Patial" userId="e3fd9069-1d14-4a0c-ae1d-8c3a2d937b00" providerId="ADAL" clId="{64323B54-D8AD-45D2-9FA4-B2C2EC33C07F}" dt="2024-04-26T06:17:57.476" v="414" actId="2696"/>
        <pc:sldMkLst>
          <pc:docMk/>
          <pc:sldMk cId="1744845062" sldId="2485"/>
        </pc:sldMkLst>
      </pc:sldChg>
      <pc:sldChg chg="modSp new del mod">
        <pc:chgData name="Aman Patial" userId="e3fd9069-1d14-4a0c-ae1d-8c3a2d937b00" providerId="ADAL" clId="{64323B54-D8AD-45D2-9FA4-B2C2EC33C07F}" dt="2024-04-26T07:01:58.933" v="1083" actId="2696"/>
        <pc:sldMkLst>
          <pc:docMk/>
          <pc:sldMk cId="3011044412" sldId="2485"/>
        </pc:sldMkLst>
        <pc:spChg chg="mod">
          <ac:chgData name="Aman Patial" userId="e3fd9069-1d14-4a0c-ae1d-8c3a2d937b00" providerId="ADAL" clId="{64323B54-D8AD-45D2-9FA4-B2C2EC33C07F}" dt="2024-04-26T07:01:54.220" v="1079" actId="27636"/>
          <ac:spMkLst>
            <pc:docMk/>
            <pc:sldMk cId="3011044412" sldId="2485"/>
            <ac:spMk id="2" creationId="{8B539111-6519-EF48-9875-5BDB4609C5A1}"/>
          </ac:spMkLst>
        </pc:spChg>
        <pc:spChg chg="mod">
          <ac:chgData name="Aman Patial" userId="e3fd9069-1d14-4a0c-ae1d-8c3a2d937b00" providerId="ADAL" clId="{64323B54-D8AD-45D2-9FA4-B2C2EC33C07F}" dt="2024-04-26T07:01:54.220" v="1080" actId="27636"/>
          <ac:spMkLst>
            <pc:docMk/>
            <pc:sldMk cId="3011044412" sldId="2485"/>
            <ac:spMk id="3" creationId="{809D085C-961C-2069-B521-D7AB611B5889}"/>
          </ac:spMkLst>
        </pc:spChg>
      </pc:sldChg>
      <pc:sldChg chg="addSp delSp modSp add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3188085847" sldId="2486"/>
        </pc:sldMkLst>
        <pc:spChg chg="add mod">
          <ac:chgData name="Aman Patial" userId="e3fd9069-1d14-4a0c-ae1d-8c3a2d937b00" providerId="ADAL" clId="{64323B54-D8AD-45D2-9FA4-B2C2EC33C07F}" dt="2024-04-26T10:51:11.229" v="2403" actId="20577"/>
          <ac:spMkLst>
            <pc:docMk/>
            <pc:sldMk cId="3188085847" sldId="2486"/>
            <ac:spMk id="4" creationId="{80BBC407-0EAA-5164-425C-D338D031CE91}"/>
          </ac:spMkLst>
        </pc:spChg>
        <pc:spChg chg="del mod">
          <ac:chgData name="Aman Patial" userId="e3fd9069-1d14-4a0c-ae1d-8c3a2d937b00" providerId="ADAL" clId="{64323B54-D8AD-45D2-9FA4-B2C2EC33C07F}" dt="2024-04-26T07:37:27.888" v="1267" actId="478"/>
          <ac:spMkLst>
            <pc:docMk/>
            <pc:sldMk cId="3188085847" sldId="2486"/>
            <ac:spMk id="5" creationId="{A14E451F-EA84-1D13-DF9E-B638CA3C140A}"/>
          </ac:spMkLst>
        </pc:spChg>
      </pc:sldChg>
      <pc:sldChg chg="addSp delSp modSp new mod ord modTransition modAnim">
        <pc:chgData name="Aman Patial" userId="e3fd9069-1d14-4a0c-ae1d-8c3a2d937b00" providerId="ADAL" clId="{64323B54-D8AD-45D2-9FA4-B2C2EC33C07F}" dt="2024-05-09T18:12:55.457" v="13196" actId="108"/>
        <pc:sldMkLst>
          <pc:docMk/>
          <pc:sldMk cId="2370018024" sldId="2487"/>
        </pc:sldMkLst>
        <pc:spChg chg="mod">
          <ac:chgData name="Aman Patial" userId="e3fd9069-1d14-4a0c-ae1d-8c3a2d937b00" providerId="ADAL" clId="{64323B54-D8AD-45D2-9FA4-B2C2EC33C07F}" dt="2024-05-08T09:51:26.469" v="11425" actId="20577"/>
          <ac:spMkLst>
            <pc:docMk/>
            <pc:sldMk cId="2370018024" sldId="2487"/>
            <ac:spMk id="2" creationId="{91D601EF-190C-EAC8-79F6-38445C76EC55}"/>
          </ac:spMkLst>
        </pc:spChg>
        <pc:spChg chg="mod">
          <ac:chgData name="Aman Patial" userId="e3fd9069-1d14-4a0c-ae1d-8c3a2d937b00" providerId="ADAL" clId="{64323B54-D8AD-45D2-9FA4-B2C2EC33C07F}" dt="2024-05-09T18:12:55.457" v="13196" actId="108"/>
          <ac:spMkLst>
            <pc:docMk/>
            <pc:sldMk cId="2370018024" sldId="2487"/>
            <ac:spMk id="3" creationId="{4333B4D1-784E-C1B0-0D36-70259E88E719}"/>
          </ac:spMkLst>
        </pc:spChg>
        <pc:spChg chg="mod">
          <ac:chgData name="Aman Patial" userId="e3fd9069-1d14-4a0c-ae1d-8c3a2d937b00" providerId="ADAL" clId="{64323B54-D8AD-45D2-9FA4-B2C2EC33C07F}" dt="2024-05-05T09:19:35.439" v="5834"/>
          <ac:spMkLst>
            <pc:docMk/>
            <pc:sldMk cId="2370018024" sldId="2487"/>
            <ac:spMk id="5" creationId="{54D7D2BF-D71D-7D0E-5079-134F8513FC62}"/>
          </ac:spMkLst>
        </pc:spChg>
        <pc:spChg chg="mod">
          <ac:chgData name="Aman Patial" userId="e3fd9069-1d14-4a0c-ae1d-8c3a2d937b00" providerId="ADAL" clId="{64323B54-D8AD-45D2-9FA4-B2C2EC33C07F}" dt="2024-05-05T09:19:35.439" v="5834"/>
          <ac:spMkLst>
            <pc:docMk/>
            <pc:sldMk cId="2370018024" sldId="2487"/>
            <ac:spMk id="6" creationId="{3023E042-7989-D4ED-28C4-919A2DA6C282}"/>
          </ac:spMkLst>
        </pc:spChg>
        <pc:spChg chg="mod">
          <ac:chgData name="Aman Patial" userId="e3fd9069-1d14-4a0c-ae1d-8c3a2d937b00" providerId="ADAL" clId="{64323B54-D8AD-45D2-9FA4-B2C2EC33C07F}" dt="2024-05-05T09:19:35.439" v="5834"/>
          <ac:spMkLst>
            <pc:docMk/>
            <pc:sldMk cId="2370018024" sldId="2487"/>
            <ac:spMk id="7" creationId="{417DABB3-B883-BA5A-7149-14909D7F94A4}"/>
          </ac:spMkLst>
        </pc:spChg>
        <pc:spChg chg="mod">
          <ac:chgData name="Aman Patial" userId="e3fd9069-1d14-4a0c-ae1d-8c3a2d937b00" providerId="ADAL" clId="{64323B54-D8AD-45D2-9FA4-B2C2EC33C07F}" dt="2024-05-05T09:19:35.439" v="5834"/>
          <ac:spMkLst>
            <pc:docMk/>
            <pc:sldMk cId="2370018024" sldId="2487"/>
            <ac:spMk id="8" creationId="{F461F987-CE7B-4596-41F0-7CE1890F72D9}"/>
          </ac:spMkLst>
        </pc:spChg>
        <pc:spChg chg="mod">
          <ac:chgData name="Aman Patial" userId="e3fd9069-1d14-4a0c-ae1d-8c3a2d937b00" providerId="ADAL" clId="{64323B54-D8AD-45D2-9FA4-B2C2EC33C07F}" dt="2024-05-05T09:19:35.439" v="5834"/>
          <ac:spMkLst>
            <pc:docMk/>
            <pc:sldMk cId="2370018024" sldId="2487"/>
            <ac:spMk id="9" creationId="{7ECE9D0C-BFAB-ED5F-1F41-DD42A7B5DE6B}"/>
          </ac:spMkLst>
        </pc:spChg>
        <pc:spChg chg="add del mod">
          <ac:chgData name="Aman Patial" userId="e3fd9069-1d14-4a0c-ae1d-8c3a2d937b00" providerId="ADAL" clId="{64323B54-D8AD-45D2-9FA4-B2C2EC33C07F}" dt="2024-05-09T17:17:56.555" v="12973" actId="20577"/>
          <ac:spMkLst>
            <pc:docMk/>
            <pc:sldMk cId="2370018024" sldId="2487"/>
            <ac:spMk id="11" creationId="{294FDEA3-7169-3BC4-DFB0-AA34933128B4}"/>
          </ac:spMkLst>
        </pc:spChg>
        <pc:spChg chg="add del mod">
          <ac:chgData name="Aman Patial" userId="e3fd9069-1d14-4a0c-ae1d-8c3a2d937b00" providerId="ADAL" clId="{64323B54-D8AD-45D2-9FA4-B2C2EC33C07F}" dt="2024-05-06T10:26:46.039" v="8231" actId="478"/>
          <ac:spMkLst>
            <pc:docMk/>
            <pc:sldMk cId="2370018024" sldId="2487"/>
            <ac:spMk id="13" creationId="{9C3E76B8-0B6B-607B-94FC-049B41BACB41}"/>
          </ac:spMkLst>
        </pc:spChg>
        <pc:spChg chg="add del mod">
          <ac:chgData name="Aman Patial" userId="e3fd9069-1d14-4a0c-ae1d-8c3a2d937b00" providerId="ADAL" clId="{64323B54-D8AD-45D2-9FA4-B2C2EC33C07F}" dt="2024-05-06T10:27:01.802" v="8234" actId="478"/>
          <ac:spMkLst>
            <pc:docMk/>
            <pc:sldMk cId="2370018024" sldId="2487"/>
            <ac:spMk id="14" creationId="{9760DF07-0F43-F28F-A082-BBD052C3E8A7}"/>
          </ac:spMkLst>
        </pc:spChg>
        <pc:spChg chg="add mod">
          <ac:chgData name="Aman Patial" userId="e3fd9069-1d14-4a0c-ae1d-8c3a2d937b00" providerId="ADAL" clId="{64323B54-D8AD-45D2-9FA4-B2C2EC33C07F}" dt="2024-05-09T17:18:05.017" v="12977" actId="20577"/>
          <ac:spMkLst>
            <pc:docMk/>
            <pc:sldMk cId="2370018024" sldId="2487"/>
            <ac:spMk id="15" creationId="{BC17BC83-CEE8-BEB9-7417-654DA68277CA}"/>
          </ac:spMkLst>
        </pc:spChg>
        <pc:grpChg chg="add del mod">
          <ac:chgData name="Aman Patial" userId="e3fd9069-1d14-4a0c-ae1d-8c3a2d937b00" providerId="ADAL" clId="{64323B54-D8AD-45D2-9FA4-B2C2EC33C07F}" dt="2024-05-06T09:07:51.459" v="7898" actId="478"/>
          <ac:grpSpMkLst>
            <pc:docMk/>
            <pc:sldMk cId="2370018024" sldId="2487"/>
            <ac:grpSpMk id="4" creationId="{56A91F33-9B41-5511-1B9B-26C2FBC22233}"/>
          </ac:grpSpMkLst>
        </pc:grpChg>
        <pc:picChg chg="add del mod">
          <ac:chgData name="Aman Patial" userId="e3fd9069-1d14-4a0c-ae1d-8c3a2d937b00" providerId="ADAL" clId="{64323B54-D8AD-45D2-9FA4-B2C2EC33C07F}" dt="2024-04-29T09:18:27.418" v="2627" actId="478"/>
          <ac:picMkLst>
            <pc:docMk/>
            <pc:sldMk cId="2370018024" sldId="2487"/>
            <ac:picMk id="4" creationId="{F0C18484-9D18-80BA-AD06-06264A7945CC}"/>
          </ac:picMkLst>
        </pc:picChg>
        <pc:picChg chg="add del mod">
          <ac:chgData name="Aman Patial" userId="e3fd9069-1d14-4a0c-ae1d-8c3a2d937b00" providerId="ADAL" clId="{64323B54-D8AD-45D2-9FA4-B2C2EC33C07F}" dt="2024-04-29T09:21:08.783" v="2636" actId="478"/>
          <ac:picMkLst>
            <pc:docMk/>
            <pc:sldMk cId="2370018024" sldId="2487"/>
            <ac:picMk id="5" creationId="{6CF5AA57-F841-24D2-A27E-E57B3D4D88FB}"/>
          </ac:picMkLst>
        </pc:picChg>
        <pc:picChg chg="add del mod">
          <ac:chgData name="Aman Patial" userId="e3fd9069-1d14-4a0c-ae1d-8c3a2d937b00" providerId="ADAL" clId="{64323B54-D8AD-45D2-9FA4-B2C2EC33C07F}" dt="2024-04-29T09:21:06.708" v="2635" actId="478"/>
          <ac:picMkLst>
            <pc:docMk/>
            <pc:sldMk cId="2370018024" sldId="2487"/>
            <ac:picMk id="6" creationId="{D8E984C5-97AF-DF42-9F9B-E9326A3D2A70}"/>
          </ac:picMkLst>
        </pc:picChg>
        <pc:picChg chg="add del mod">
          <ac:chgData name="Aman Patial" userId="e3fd9069-1d14-4a0c-ae1d-8c3a2d937b00" providerId="ADAL" clId="{64323B54-D8AD-45D2-9FA4-B2C2EC33C07F}" dt="2024-04-29T09:18:16.654" v="2624" actId="478"/>
          <ac:picMkLst>
            <pc:docMk/>
            <pc:sldMk cId="2370018024" sldId="2487"/>
            <ac:picMk id="8" creationId="{2DB4823A-4B6E-E53B-2B51-C958876E7995}"/>
          </ac:picMkLst>
        </pc:picChg>
        <pc:picChg chg="add mod">
          <ac:chgData name="Aman Patial" userId="e3fd9069-1d14-4a0c-ae1d-8c3a2d937b00" providerId="ADAL" clId="{64323B54-D8AD-45D2-9FA4-B2C2EC33C07F}" dt="2024-05-06T15:24:36.670" v="9107" actId="14100"/>
          <ac:picMkLst>
            <pc:docMk/>
            <pc:sldMk cId="2370018024" sldId="2487"/>
            <ac:picMk id="10" creationId="{076F7B4A-0AE9-8793-F2A4-E77F608581C6}"/>
          </ac:picMkLst>
        </pc:picChg>
        <pc:picChg chg="add del mod">
          <ac:chgData name="Aman Patial" userId="e3fd9069-1d14-4a0c-ae1d-8c3a2d937b00" providerId="ADAL" clId="{64323B54-D8AD-45D2-9FA4-B2C2EC33C07F}" dt="2024-05-06T09:51:36.932" v="8031" actId="478"/>
          <ac:picMkLst>
            <pc:docMk/>
            <pc:sldMk cId="2370018024" sldId="2487"/>
            <ac:picMk id="12" creationId="{BFD9A57C-6CC5-AF04-FD58-EF6007A6E0F4}"/>
          </ac:picMkLst>
        </pc:picChg>
        <pc:picChg chg="add mod">
          <ac:chgData name="Aman Patial" userId="e3fd9069-1d14-4a0c-ae1d-8c3a2d937b00" providerId="ADAL" clId="{64323B54-D8AD-45D2-9FA4-B2C2EC33C07F}" dt="2024-05-09T17:17:46.017" v="12969" actId="14100"/>
          <ac:picMkLst>
            <pc:docMk/>
            <pc:sldMk cId="2370018024" sldId="2487"/>
            <ac:picMk id="2050" creationId="{08E6825A-0236-CF66-B681-015F3C073479}"/>
          </ac:picMkLst>
        </pc:picChg>
      </pc:sldChg>
      <pc:sldChg chg="del">
        <pc:chgData name="Aman Patial" userId="e3fd9069-1d14-4a0c-ae1d-8c3a2d937b00" providerId="ADAL" clId="{64323B54-D8AD-45D2-9FA4-B2C2EC33C07F}" dt="2024-04-26T06:21:02.173" v="519" actId="2696"/>
        <pc:sldMkLst>
          <pc:docMk/>
          <pc:sldMk cId="2376178047" sldId="2488"/>
        </pc:sldMkLst>
      </pc:sldChg>
      <pc:sldChg chg="addSp delSp modSp new mod ord">
        <pc:chgData name="Aman Patial" userId="e3fd9069-1d14-4a0c-ae1d-8c3a2d937b00" providerId="ADAL" clId="{64323B54-D8AD-45D2-9FA4-B2C2EC33C07F}" dt="2024-05-09T18:28:20.991" v="13230" actId="20577"/>
        <pc:sldMkLst>
          <pc:docMk/>
          <pc:sldMk cId="3938560722" sldId="2488"/>
        </pc:sldMkLst>
        <pc:spChg chg="mod">
          <ac:chgData name="Aman Patial" userId="e3fd9069-1d14-4a0c-ae1d-8c3a2d937b00" providerId="ADAL" clId="{64323B54-D8AD-45D2-9FA4-B2C2EC33C07F}" dt="2024-05-09T14:49:52.960" v="11982" actId="20577"/>
          <ac:spMkLst>
            <pc:docMk/>
            <pc:sldMk cId="3938560722" sldId="2488"/>
            <ac:spMk id="2" creationId="{1F67E4CF-B129-63AC-ACC0-8D760EA4F73F}"/>
          </ac:spMkLst>
        </pc:spChg>
        <pc:spChg chg="mod">
          <ac:chgData name="Aman Patial" userId="e3fd9069-1d14-4a0c-ae1d-8c3a2d937b00" providerId="ADAL" clId="{64323B54-D8AD-45D2-9FA4-B2C2EC33C07F}" dt="2024-05-09T18:28:20.991" v="13230" actId="20577"/>
          <ac:spMkLst>
            <pc:docMk/>
            <pc:sldMk cId="3938560722" sldId="2488"/>
            <ac:spMk id="3" creationId="{BE2BFB3F-1A57-393B-F148-CBB0C600E901}"/>
          </ac:spMkLst>
        </pc:spChg>
        <pc:spChg chg="add mod">
          <ac:chgData name="Aman Patial" userId="e3fd9069-1d14-4a0c-ae1d-8c3a2d937b00" providerId="ADAL" clId="{64323B54-D8AD-45D2-9FA4-B2C2EC33C07F}" dt="2024-05-09T17:20:21.515" v="12989" actId="1076"/>
          <ac:spMkLst>
            <pc:docMk/>
            <pc:sldMk cId="3938560722" sldId="2488"/>
            <ac:spMk id="4" creationId="{AB1E3C45-EE94-0910-A253-EFC1040B79B0}"/>
          </ac:spMkLst>
        </pc:spChg>
        <pc:spChg chg="add mod">
          <ac:chgData name="Aman Patial" userId="e3fd9069-1d14-4a0c-ae1d-8c3a2d937b00" providerId="ADAL" clId="{64323B54-D8AD-45D2-9FA4-B2C2EC33C07F}" dt="2024-05-09T17:19:38.118" v="12986" actId="1076"/>
          <ac:spMkLst>
            <pc:docMk/>
            <pc:sldMk cId="3938560722" sldId="2488"/>
            <ac:spMk id="5" creationId="{9981E0EB-8672-735D-F2D3-1514A484DAD7}"/>
          </ac:spMkLst>
        </pc:spChg>
        <pc:spChg chg="add del">
          <ac:chgData name="Aman Patial" userId="e3fd9069-1d14-4a0c-ae1d-8c3a2d937b00" providerId="ADAL" clId="{64323B54-D8AD-45D2-9FA4-B2C2EC33C07F}" dt="2024-05-08T09:51:46.110" v="11427" actId="22"/>
          <ac:spMkLst>
            <pc:docMk/>
            <pc:sldMk cId="3938560722" sldId="2488"/>
            <ac:spMk id="6" creationId="{471D282C-722C-AA38-5369-8EF6B404B070}"/>
          </ac:spMkLst>
        </pc:spChg>
        <pc:spChg chg="add mod">
          <ac:chgData name="Aman Patial" userId="e3fd9069-1d14-4a0c-ae1d-8c3a2d937b00" providerId="ADAL" clId="{64323B54-D8AD-45D2-9FA4-B2C2EC33C07F}" dt="2024-05-09T17:20:57.526" v="12992" actId="14861"/>
          <ac:spMkLst>
            <pc:docMk/>
            <pc:sldMk cId="3938560722" sldId="2488"/>
            <ac:spMk id="6" creationId="{A4F2758A-A086-9F78-E8EA-9DCE7F9137EE}"/>
          </ac:spMkLst>
        </pc:spChg>
        <pc:spChg chg="add del mod">
          <ac:chgData name="Aman Patial" userId="e3fd9069-1d14-4a0c-ae1d-8c3a2d937b00" providerId="ADAL" clId="{64323B54-D8AD-45D2-9FA4-B2C2EC33C07F}" dt="2024-05-09T14:47:25.897" v="11935" actId="478"/>
          <ac:spMkLst>
            <pc:docMk/>
            <pc:sldMk cId="3938560722" sldId="2488"/>
            <ac:spMk id="7" creationId="{EC3180E3-4D62-01E3-BE5E-F1C5AA3CE2E1}"/>
          </ac:spMkLst>
        </pc:spChg>
        <pc:spChg chg="add del mod">
          <ac:chgData name="Aman Patial" userId="e3fd9069-1d14-4a0c-ae1d-8c3a2d937b00" providerId="ADAL" clId="{64323B54-D8AD-45D2-9FA4-B2C2EC33C07F}" dt="2024-05-09T14:47:45.302" v="11938" actId="478"/>
          <ac:spMkLst>
            <pc:docMk/>
            <pc:sldMk cId="3938560722" sldId="2488"/>
            <ac:spMk id="8" creationId="{3C7A663C-8F71-BCD9-DA75-1B1A53C48A3A}"/>
          </ac:spMkLst>
        </pc:spChg>
        <pc:spChg chg="add mod">
          <ac:chgData name="Aman Patial" userId="e3fd9069-1d14-4a0c-ae1d-8c3a2d937b00" providerId="ADAL" clId="{64323B54-D8AD-45D2-9FA4-B2C2EC33C07F}" dt="2024-05-09T14:51:29.523" v="12039" actId="1076"/>
          <ac:spMkLst>
            <pc:docMk/>
            <pc:sldMk cId="3938560722" sldId="2488"/>
            <ac:spMk id="9" creationId="{E0DED2D4-7B50-62BE-690E-1112CDAC8FDA}"/>
          </ac:spMkLst>
        </pc:spChg>
        <pc:spChg chg="add mod">
          <ac:chgData name="Aman Patial" userId="e3fd9069-1d14-4a0c-ae1d-8c3a2d937b00" providerId="ADAL" clId="{64323B54-D8AD-45D2-9FA4-B2C2EC33C07F}" dt="2024-05-09T17:21:08.929" v="12993" actId="14100"/>
          <ac:spMkLst>
            <pc:docMk/>
            <pc:sldMk cId="3938560722" sldId="2488"/>
            <ac:spMk id="10" creationId="{98AC1C9F-0D2C-AE3D-D121-04DF7FD3EBDC}"/>
          </ac:spMkLst>
        </pc:spChg>
        <pc:spChg chg="add mod ord">
          <ac:chgData name="Aman Patial" userId="e3fd9069-1d14-4a0c-ae1d-8c3a2d937b00" providerId="ADAL" clId="{64323B54-D8AD-45D2-9FA4-B2C2EC33C07F}" dt="2024-05-09T17:59:31.204" v="13138" actId="207"/>
          <ac:spMkLst>
            <pc:docMk/>
            <pc:sldMk cId="3938560722" sldId="2488"/>
            <ac:spMk id="13" creationId="{DF5DF887-35B9-4F8B-743A-A58D3C0DB786}"/>
          </ac:spMkLst>
        </pc:spChg>
        <pc:spChg chg="add mod ord">
          <ac:chgData name="Aman Patial" userId="e3fd9069-1d14-4a0c-ae1d-8c3a2d937b00" providerId="ADAL" clId="{64323B54-D8AD-45D2-9FA4-B2C2EC33C07F}" dt="2024-05-09T17:59:52.445" v="13140" actId="207"/>
          <ac:spMkLst>
            <pc:docMk/>
            <pc:sldMk cId="3938560722" sldId="2488"/>
            <ac:spMk id="14" creationId="{DB2B2EAA-57BE-C5EA-C484-5FB7809CE1B5}"/>
          </ac:spMkLst>
        </pc:spChg>
        <pc:picChg chg="add del mod">
          <ac:chgData name="Aman Patial" userId="e3fd9069-1d14-4a0c-ae1d-8c3a2d937b00" providerId="ADAL" clId="{64323B54-D8AD-45D2-9FA4-B2C2EC33C07F}" dt="2024-05-09T17:16:01.963" v="12956" actId="22"/>
          <ac:picMkLst>
            <pc:docMk/>
            <pc:sldMk cId="3938560722" sldId="2488"/>
            <ac:picMk id="12" creationId="{05965F28-A08F-D873-1B37-F38AB27AE430}"/>
          </ac:picMkLst>
        </pc:picChg>
      </pc:sldChg>
      <pc:sldChg chg="addSp modSp new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1647169709" sldId="2489"/>
        </pc:sldMkLst>
        <pc:spChg chg="mod">
          <ac:chgData name="Aman Patial" userId="e3fd9069-1d14-4a0c-ae1d-8c3a2d937b00" providerId="ADAL" clId="{64323B54-D8AD-45D2-9FA4-B2C2EC33C07F}" dt="2024-05-05T05:39:19.621" v="5149" actId="20577"/>
          <ac:spMkLst>
            <pc:docMk/>
            <pc:sldMk cId="1647169709" sldId="2489"/>
            <ac:spMk id="2" creationId="{E71F0024-C42C-89C7-B384-AAE8F62C901B}"/>
          </ac:spMkLst>
        </pc:spChg>
        <pc:spChg chg="mod">
          <ac:chgData name="Aman Patial" userId="e3fd9069-1d14-4a0c-ae1d-8c3a2d937b00" providerId="ADAL" clId="{64323B54-D8AD-45D2-9FA4-B2C2EC33C07F}" dt="2024-05-05T05:39:28.063" v="5167" actId="20577"/>
          <ac:spMkLst>
            <pc:docMk/>
            <pc:sldMk cId="1647169709" sldId="2489"/>
            <ac:spMk id="3" creationId="{12C81484-071D-2DB6-AF01-E5A28FC3D6AE}"/>
          </ac:spMkLst>
        </pc:spChg>
        <pc:spChg chg="add mod">
          <ac:chgData name="Aman Patial" userId="e3fd9069-1d14-4a0c-ae1d-8c3a2d937b00" providerId="ADAL" clId="{64323B54-D8AD-45D2-9FA4-B2C2EC33C07F}" dt="2024-04-29T10:14:46.780" v="2789" actId="27636"/>
          <ac:spMkLst>
            <pc:docMk/>
            <pc:sldMk cId="1647169709" sldId="2489"/>
            <ac:spMk id="4" creationId="{94CFCBC9-5A25-AF94-7BDF-807E65456726}"/>
          </ac:spMkLst>
        </pc:spChg>
        <pc:picChg chg="add mod">
          <ac:chgData name="Aman Patial" userId="e3fd9069-1d14-4a0c-ae1d-8c3a2d937b00" providerId="ADAL" clId="{64323B54-D8AD-45D2-9FA4-B2C2EC33C07F}" dt="2024-05-06T07:59:31.348" v="7486" actId="14100"/>
          <ac:picMkLst>
            <pc:docMk/>
            <pc:sldMk cId="1647169709" sldId="2489"/>
            <ac:picMk id="6" creationId="{43B041C7-C880-E232-26EC-02897ED506F2}"/>
          </ac:picMkLst>
        </pc:picChg>
      </pc:sldChg>
      <pc:sldChg chg="del">
        <pc:chgData name="Aman Patial" userId="e3fd9069-1d14-4a0c-ae1d-8c3a2d937b00" providerId="ADAL" clId="{64323B54-D8AD-45D2-9FA4-B2C2EC33C07F}" dt="2024-04-26T06:17:33.296" v="407" actId="2696"/>
        <pc:sldMkLst>
          <pc:docMk/>
          <pc:sldMk cId="3122636718" sldId="2489"/>
        </pc:sldMkLst>
      </pc:sldChg>
      <pc:sldChg chg="del">
        <pc:chgData name="Aman Patial" userId="e3fd9069-1d14-4a0c-ae1d-8c3a2d937b00" providerId="ADAL" clId="{64323B54-D8AD-45D2-9FA4-B2C2EC33C07F}" dt="2024-04-26T06:17:41.904" v="409" actId="2696"/>
        <pc:sldMkLst>
          <pc:docMk/>
          <pc:sldMk cId="229686637" sldId="2490"/>
        </pc:sldMkLst>
      </pc:sldChg>
      <pc:sldChg chg="addSp delSp modSp new mod ord">
        <pc:chgData name="Aman Patial" userId="e3fd9069-1d14-4a0c-ae1d-8c3a2d937b00" providerId="ADAL" clId="{64323B54-D8AD-45D2-9FA4-B2C2EC33C07F}" dt="2024-05-09T18:38:13.741" v="13375" actId="14100"/>
        <pc:sldMkLst>
          <pc:docMk/>
          <pc:sldMk cId="1541749817" sldId="2490"/>
        </pc:sldMkLst>
        <pc:spChg chg="mod">
          <ac:chgData name="Aman Patial" userId="e3fd9069-1d14-4a0c-ae1d-8c3a2d937b00" providerId="ADAL" clId="{64323B54-D8AD-45D2-9FA4-B2C2EC33C07F}" dt="2024-05-08T09:54:05.424" v="11477" actId="20577"/>
          <ac:spMkLst>
            <pc:docMk/>
            <pc:sldMk cId="1541749817" sldId="2490"/>
            <ac:spMk id="2" creationId="{963F3BB7-8FC5-51C2-80E9-95C69BE01DB1}"/>
          </ac:spMkLst>
        </pc:spChg>
        <pc:spChg chg="mod">
          <ac:chgData name="Aman Patial" userId="e3fd9069-1d14-4a0c-ae1d-8c3a2d937b00" providerId="ADAL" clId="{64323B54-D8AD-45D2-9FA4-B2C2EC33C07F}" dt="2024-05-09T18:13:21.304" v="13197" actId="108"/>
          <ac:spMkLst>
            <pc:docMk/>
            <pc:sldMk cId="1541749817" sldId="2490"/>
            <ac:spMk id="3" creationId="{8E81E6FD-0665-AC06-2A48-0BCB68972FC3}"/>
          </ac:spMkLst>
        </pc:spChg>
        <pc:spChg chg="add mod">
          <ac:chgData name="Aman Patial" userId="e3fd9069-1d14-4a0c-ae1d-8c3a2d937b00" providerId="ADAL" clId="{64323B54-D8AD-45D2-9FA4-B2C2EC33C07F}" dt="2024-05-09T18:38:10.188" v="13374" actId="1076"/>
          <ac:spMkLst>
            <pc:docMk/>
            <pc:sldMk cId="1541749817" sldId="2490"/>
            <ac:spMk id="4" creationId="{E782866F-091B-2ECC-29DC-CA6DEF2616A7}"/>
          </ac:spMkLst>
        </pc:spChg>
        <pc:picChg chg="add del mod">
          <ac:chgData name="Aman Patial" userId="e3fd9069-1d14-4a0c-ae1d-8c3a2d937b00" providerId="ADAL" clId="{64323B54-D8AD-45D2-9FA4-B2C2EC33C07F}" dt="2024-05-08T13:18:45.633" v="11583" actId="21"/>
          <ac:picMkLst>
            <pc:docMk/>
            <pc:sldMk cId="1541749817" sldId="2490"/>
            <ac:picMk id="5" creationId="{3E2F5C12-5C87-0130-9E06-F5D17ABBB1E0}"/>
          </ac:picMkLst>
        </pc:picChg>
        <pc:picChg chg="add del mod">
          <ac:chgData name="Aman Patial" userId="e3fd9069-1d14-4a0c-ae1d-8c3a2d937b00" providerId="ADAL" clId="{64323B54-D8AD-45D2-9FA4-B2C2EC33C07F}" dt="2024-05-09T18:34:39.460" v="13244" actId="478"/>
          <ac:picMkLst>
            <pc:docMk/>
            <pc:sldMk cId="1541749817" sldId="2490"/>
            <ac:picMk id="6" creationId="{8A9188EE-92F9-6640-06FE-620B0A34AEBB}"/>
          </ac:picMkLst>
        </pc:picChg>
        <pc:picChg chg="add mod">
          <ac:chgData name="Aman Patial" userId="e3fd9069-1d14-4a0c-ae1d-8c3a2d937b00" providerId="ADAL" clId="{64323B54-D8AD-45D2-9FA4-B2C2EC33C07F}" dt="2024-05-09T18:38:13.741" v="13375" actId="14100"/>
          <ac:picMkLst>
            <pc:docMk/>
            <pc:sldMk cId="1541749817" sldId="2490"/>
            <ac:picMk id="8" creationId="{EC4CC893-C1BE-D162-9199-3484BE4805BF}"/>
          </ac:picMkLst>
        </pc:picChg>
      </pc:sldChg>
      <pc:sldChg chg="del">
        <pc:chgData name="Aman Patial" userId="e3fd9069-1d14-4a0c-ae1d-8c3a2d937b00" providerId="ADAL" clId="{64323B54-D8AD-45D2-9FA4-B2C2EC33C07F}" dt="2024-04-26T06:20:25.898" v="508" actId="2696"/>
        <pc:sldMkLst>
          <pc:docMk/>
          <pc:sldMk cId="1196623015" sldId="2491"/>
        </pc:sldMkLst>
      </pc:sldChg>
      <pc:sldChg chg="modSp new del mod ord">
        <pc:chgData name="Aman Patial" userId="e3fd9069-1d14-4a0c-ae1d-8c3a2d937b00" providerId="ADAL" clId="{64323B54-D8AD-45D2-9FA4-B2C2EC33C07F}" dt="2024-04-30T02:56:26.122" v="3157" actId="47"/>
        <pc:sldMkLst>
          <pc:docMk/>
          <pc:sldMk cId="1273726539" sldId="2491"/>
        </pc:sldMkLst>
        <pc:spChg chg="mod">
          <ac:chgData name="Aman Patial" userId="e3fd9069-1d14-4a0c-ae1d-8c3a2d937b00" providerId="ADAL" clId="{64323B54-D8AD-45D2-9FA4-B2C2EC33C07F}" dt="2024-04-30T02:56:17.719" v="3156" actId="27636"/>
          <ac:spMkLst>
            <pc:docMk/>
            <pc:sldMk cId="1273726539" sldId="2491"/>
            <ac:spMk id="2" creationId="{E2336E1F-2157-8BC1-BAA2-4A6444B6D4E5}"/>
          </ac:spMkLst>
        </pc:spChg>
        <pc:spChg chg="mod">
          <ac:chgData name="Aman Patial" userId="e3fd9069-1d14-4a0c-ae1d-8c3a2d937b00" providerId="ADAL" clId="{64323B54-D8AD-45D2-9FA4-B2C2EC33C07F}" dt="2024-04-30T02:56:17.719" v="3155" actId="27636"/>
          <ac:spMkLst>
            <pc:docMk/>
            <pc:sldMk cId="1273726539" sldId="2491"/>
            <ac:spMk id="3" creationId="{199D7D80-281D-4345-AA82-45EEDD61073D}"/>
          </ac:spMkLst>
        </pc:spChg>
      </pc:sldChg>
      <pc:sldChg chg="modSp add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2085307123" sldId="2492"/>
        </pc:sldMkLst>
        <pc:spChg chg="mod">
          <ac:chgData name="Aman Patial" userId="e3fd9069-1d14-4a0c-ae1d-8c3a2d937b00" providerId="ADAL" clId="{64323B54-D8AD-45D2-9FA4-B2C2EC33C07F}" dt="2024-04-30T03:10:13.564" v="3354" actId="20577"/>
          <ac:spMkLst>
            <pc:docMk/>
            <pc:sldMk cId="2085307123" sldId="2492"/>
            <ac:spMk id="5" creationId="{A14E451F-EA84-1D13-DF9E-B638CA3C140A}"/>
          </ac:spMkLst>
        </pc:spChg>
      </pc:sldChg>
      <pc:sldChg chg="del">
        <pc:chgData name="Aman Patial" userId="e3fd9069-1d14-4a0c-ae1d-8c3a2d937b00" providerId="ADAL" clId="{64323B54-D8AD-45D2-9FA4-B2C2EC33C07F}" dt="2024-04-26T06:19:28.143" v="468" actId="47"/>
        <pc:sldMkLst>
          <pc:docMk/>
          <pc:sldMk cId="688365224" sldId="2493"/>
        </pc:sldMkLst>
      </pc:sldChg>
      <pc:sldChg chg="modSp new del mod">
        <pc:chgData name="Aman Patial" userId="e3fd9069-1d14-4a0c-ae1d-8c3a2d937b00" providerId="ADAL" clId="{64323B54-D8AD-45D2-9FA4-B2C2EC33C07F}" dt="2024-05-05T05:27:48.856" v="4514" actId="2696"/>
        <pc:sldMkLst>
          <pc:docMk/>
          <pc:sldMk cId="3351231340" sldId="2493"/>
        </pc:sldMkLst>
        <pc:spChg chg="mod">
          <ac:chgData name="Aman Patial" userId="e3fd9069-1d14-4a0c-ae1d-8c3a2d937b00" providerId="ADAL" clId="{64323B54-D8AD-45D2-9FA4-B2C2EC33C07F}" dt="2024-05-05T05:27:44.857" v="4513" actId="27636"/>
          <ac:spMkLst>
            <pc:docMk/>
            <pc:sldMk cId="3351231340" sldId="2493"/>
            <ac:spMk id="2" creationId="{82F5AA75-50F9-88A1-18BA-66AD3EAEEAAD}"/>
          </ac:spMkLst>
        </pc:spChg>
        <pc:spChg chg="mod">
          <ac:chgData name="Aman Patial" userId="e3fd9069-1d14-4a0c-ae1d-8c3a2d937b00" providerId="ADAL" clId="{64323B54-D8AD-45D2-9FA4-B2C2EC33C07F}" dt="2024-05-05T05:27:44.857" v="4512" actId="27636"/>
          <ac:spMkLst>
            <pc:docMk/>
            <pc:sldMk cId="3351231340" sldId="2493"/>
            <ac:spMk id="3" creationId="{DF6DDB8A-5A1E-2524-CB3A-99F151456EC6}"/>
          </ac:spMkLst>
        </pc:spChg>
      </pc:sldChg>
      <pc:sldChg chg="del">
        <pc:chgData name="Aman Patial" userId="e3fd9069-1d14-4a0c-ae1d-8c3a2d937b00" providerId="ADAL" clId="{64323B54-D8AD-45D2-9FA4-B2C2EC33C07F}" dt="2024-04-26T06:17:51.207" v="413" actId="2696"/>
        <pc:sldMkLst>
          <pc:docMk/>
          <pc:sldMk cId="3690600542" sldId="2494"/>
        </pc:sldMkLst>
      </pc:sldChg>
      <pc:sldChg chg="add del ord">
        <pc:chgData name="Aman Patial" userId="e3fd9069-1d14-4a0c-ae1d-8c3a2d937b00" providerId="ADAL" clId="{64323B54-D8AD-45D2-9FA4-B2C2EC33C07F}" dt="2024-05-09T18:16:12.873" v="13199" actId="2696"/>
        <pc:sldMkLst>
          <pc:docMk/>
          <pc:sldMk cId="4129416780" sldId="2494"/>
        </pc:sldMkLst>
      </pc:sldChg>
      <pc:sldChg chg="del">
        <pc:chgData name="Aman Patial" userId="e3fd9069-1d14-4a0c-ae1d-8c3a2d937b00" providerId="ADAL" clId="{64323B54-D8AD-45D2-9FA4-B2C2EC33C07F}" dt="2024-04-26T06:17:59.896" v="415" actId="2696"/>
        <pc:sldMkLst>
          <pc:docMk/>
          <pc:sldMk cId="1089418984" sldId="2495"/>
        </pc:sldMkLst>
      </pc:sldChg>
      <pc:sldChg chg="addSp modSp add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2449296097" sldId="2495"/>
        </pc:sldMkLst>
        <pc:spChg chg="mod">
          <ac:chgData name="Aman Patial" userId="e3fd9069-1d14-4a0c-ae1d-8c3a2d937b00" providerId="ADAL" clId="{64323B54-D8AD-45D2-9FA4-B2C2EC33C07F}" dt="2024-05-05T08:20:32.963" v="5612" actId="14100"/>
          <ac:spMkLst>
            <pc:docMk/>
            <pc:sldMk cId="2449296097" sldId="2495"/>
            <ac:spMk id="4" creationId="{51B2C532-C3E5-2A61-BA29-5518B8D1925D}"/>
          </ac:spMkLst>
        </pc:spChg>
        <pc:picChg chg="add mod">
          <ac:chgData name="Aman Patial" userId="e3fd9069-1d14-4a0c-ae1d-8c3a2d937b00" providerId="ADAL" clId="{64323B54-D8AD-45D2-9FA4-B2C2EC33C07F}" dt="2024-05-08T07:45:57.032" v="10117" actId="14100"/>
          <ac:picMkLst>
            <pc:docMk/>
            <pc:sldMk cId="2449296097" sldId="2495"/>
            <ac:picMk id="8" creationId="{958C8FFE-9B65-C102-6C65-1C6467E7045E}"/>
          </ac:picMkLst>
        </pc:picChg>
      </pc:sldChg>
      <pc:sldChg chg="addSp delSp modSp new del mod ord">
        <pc:chgData name="Aman Patial" userId="e3fd9069-1d14-4a0c-ae1d-8c3a2d937b00" providerId="ADAL" clId="{64323B54-D8AD-45D2-9FA4-B2C2EC33C07F}" dt="2024-05-06T07:42:54.242" v="7277" actId="47"/>
        <pc:sldMkLst>
          <pc:docMk/>
          <pc:sldMk cId="2392867575" sldId="2496"/>
        </pc:sldMkLst>
        <pc:spChg chg="mod">
          <ac:chgData name="Aman Patial" userId="e3fd9069-1d14-4a0c-ae1d-8c3a2d937b00" providerId="ADAL" clId="{64323B54-D8AD-45D2-9FA4-B2C2EC33C07F}" dt="2024-05-05T10:02:54.529" v="6278" actId="20577"/>
          <ac:spMkLst>
            <pc:docMk/>
            <pc:sldMk cId="2392867575" sldId="2496"/>
            <ac:spMk id="2" creationId="{D3AB0B88-6015-3CA4-EB07-14FDACAE384A}"/>
          </ac:spMkLst>
        </pc:spChg>
        <pc:spChg chg="mod">
          <ac:chgData name="Aman Patial" userId="e3fd9069-1d14-4a0c-ae1d-8c3a2d937b00" providerId="ADAL" clId="{64323B54-D8AD-45D2-9FA4-B2C2EC33C07F}" dt="2024-05-05T09:23:52.835" v="5844" actId="27636"/>
          <ac:spMkLst>
            <pc:docMk/>
            <pc:sldMk cId="2392867575" sldId="2496"/>
            <ac:spMk id="3" creationId="{D2D66F12-9AEC-C6B8-72BE-2FFFB5127FA4}"/>
          </ac:spMkLst>
        </pc:spChg>
        <pc:spChg chg="add del mod">
          <ac:chgData name="Aman Patial" userId="e3fd9069-1d14-4a0c-ae1d-8c3a2d937b00" providerId="ADAL" clId="{64323B54-D8AD-45D2-9FA4-B2C2EC33C07F}" dt="2024-05-05T10:05:40.511" v="6302" actId="21"/>
          <ac:spMkLst>
            <pc:docMk/>
            <pc:sldMk cId="2392867575" sldId="2496"/>
            <ac:spMk id="5" creationId="{EAA9407A-0149-E7BF-E4B3-623DBFE90C34}"/>
          </ac:spMkLst>
        </pc:spChg>
        <pc:spChg chg="add mod">
          <ac:chgData name="Aman Patial" userId="e3fd9069-1d14-4a0c-ae1d-8c3a2d937b00" providerId="ADAL" clId="{64323B54-D8AD-45D2-9FA4-B2C2EC33C07F}" dt="2024-05-05T10:06:43.338" v="6485" actId="20577"/>
          <ac:spMkLst>
            <pc:docMk/>
            <pc:sldMk cId="2392867575" sldId="2496"/>
            <ac:spMk id="7" creationId="{EDA98D9B-03A7-4159-074C-947C2F5553C7}"/>
          </ac:spMkLst>
        </pc:spChg>
      </pc:sldChg>
      <pc:sldChg chg="del">
        <pc:chgData name="Aman Patial" userId="e3fd9069-1d14-4a0c-ae1d-8c3a2d937b00" providerId="ADAL" clId="{64323B54-D8AD-45D2-9FA4-B2C2EC33C07F}" dt="2024-04-26T06:18:02.193" v="416" actId="2696"/>
        <pc:sldMkLst>
          <pc:docMk/>
          <pc:sldMk cId="2762464825" sldId="2496"/>
        </pc:sldMkLst>
      </pc:sldChg>
      <pc:sldChg chg="del">
        <pc:chgData name="Aman Patial" userId="e3fd9069-1d14-4a0c-ae1d-8c3a2d937b00" providerId="ADAL" clId="{64323B54-D8AD-45D2-9FA4-B2C2EC33C07F}" dt="2024-04-26T06:17:44.483" v="410" actId="2696"/>
        <pc:sldMkLst>
          <pc:docMk/>
          <pc:sldMk cId="261762058" sldId="2497"/>
        </pc:sldMkLst>
      </pc:sldChg>
      <pc:sldChg chg="addSp delSp modSp new del mod">
        <pc:chgData name="Aman Patial" userId="e3fd9069-1d14-4a0c-ae1d-8c3a2d937b00" providerId="ADAL" clId="{64323B54-D8AD-45D2-9FA4-B2C2EC33C07F}" dt="2024-05-06T07:58:07.812" v="7479" actId="2696"/>
        <pc:sldMkLst>
          <pc:docMk/>
          <pc:sldMk cId="3743908346" sldId="2497"/>
        </pc:sldMkLst>
        <pc:spChg chg="mod">
          <ac:chgData name="Aman Patial" userId="e3fd9069-1d14-4a0c-ae1d-8c3a2d937b00" providerId="ADAL" clId="{64323B54-D8AD-45D2-9FA4-B2C2EC33C07F}" dt="2024-05-05T15:10:49.768" v="6509" actId="20577"/>
          <ac:spMkLst>
            <pc:docMk/>
            <pc:sldMk cId="3743908346" sldId="2497"/>
            <ac:spMk id="2" creationId="{7B4053F7-1903-6FAF-E857-7A5C97F47A9C}"/>
          </ac:spMkLst>
        </pc:spChg>
        <pc:spChg chg="mod">
          <ac:chgData name="Aman Patial" userId="e3fd9069-1d14-4a0c-ae1d-8c3a2d937b00" providerId="ADAL" clId="{64323B54-D8AD-45D2-9FA4-B2C2EC33C07F}" dt="2024-05-05T15:10:45.151" v="6494" actId="27636"/>
          <ac:spMkLst>
            <pc:docMk/>
            <pc:sldMk cId="3743908346" sldId="2497"/>
            <ac:spMk id="3" creationId="{8DE66B9B-4DD8-B7CD-A87E-340338C381FC}"/>
          </ac:spMkLst>
        </pc:spChg>
        <pc:spChg chg="add del mod">
          <ac:chgData name="Aman Patial" userId="e3fd9069-1d14-4a0c-ae1d-8c3a2d937b00" providerId="ADAL" clId="{64323B54-D8AD-45D2-9FA4-B2C2EC33C07F}" dt="2024-05-05T15:10:45.762" v="6496"/>
          <ac:spMkLst>
            <pc:docMk/>
            <pc:sldMk cId="3743908346" sldId="2497"/>
            <ac:spMk id="5" creationId="{33563095-5CE3-F604-E84D-B4B3890E238C}"/>
          </ac:spMkLst>
        </pc:spChg>
        <pc:spChg chg="add mod">
          <ac:chgData name="Aman Patial" userId="e3fd9069-1d14-4a0c-ae1d-8c3a2d937b00" providerId="ADAL" clId="{64323B54-D8AD-45D2-9FA4-B2C2EC33C07F}" dt="2024-05-06T07:50:25.285" v="7437" actId="1076"/>
          <ac:spMkLst>
            <pc:docMk/>
            <pc:sldMk cId="3743908346" sldId="2497"/>
            <ac:spMk id="7" creationId="{601A990E-1BC5-AAB7-92F3-635258AE6882}"/>
          </ac:spMkLst>
        </pc:spChg>
        <pc:spChg chg="add mod">
          <ac:chgData name="Aman Patial" userId="e3fd9069-1d14-4a0c-ae1d-8c3a2d937b00" providerId="ADAL" clId="{64323B54-D8AD-45D2-9FA4-B2C2EC33C07F}" dt="2024-05-06T07:50:55.202" v="7441" actId="1076"/>
          <ac:spMkLst>
            <pc:docMk/>
            <pc:sldMk cId="3743908346" sldId="2497"/>
            <ac:spMk id="9" creationId="{F7B2A9AB-4290-0B05-9A87-1C4939497CDC}"/>
          </ac:spMkLst>
        </pc:spChg>
        <pc:spChg chg="add del mod">
          <ac:chgData name="Aman Patial" userId="e3fd9069-1d14-4a0c-ae1d-8c3a2d937b00" providerId="ADAL" clId="{64323B54-D8AD-45D2-9FA4-B2C2EC33C07F}" dt="2024-05-06T07:57:52.943" v="7476" actId="21"/>
          <ac:spMkLst>
            <pc:docMk/>
            <pc:sldMk cId="3743908346" sldId="2497"/>
            <ac:spMk id="11" creationId="{DF441627-202F-0571-A47B-F06560CCE672}"/>
          </ac:spMkLst>
        </pc:spChg>
        <pc:spChg chg="add mod">
          <ac:chgData name="Aman Patial" userId="e3fd9069-1d14-4a0c-ae1d-8c3a2d937b00" providerId="ADAL" clId="{64323B54-D8AD-45D2-9FA4-B2C2EC33C07F}" dt="2024-05-05T15:25:00.574" v="6599" actId="120"/>
          <ac:spMkLst>
            <pc:docMk/>
            <pc:sldMk cId="3743908346" sldId="2497"/>
            <ac:spMk id="13" creationId="{2AD0E8EC-B304-28E8-5B0F-C7FBB6DCBFD4}"/>
          </ac:spMkLst>
        </pc:spChg>
        <pc:spChg chg="add mod">
          <ac:chgData name="Aman Patial" userId="e3fd9069-1d14-4a0c-ae1d-8c3a2d937b00" providerId="ADAL" clId="{64323B54-D8AD-45D2-9FA4-B2C2EC33C07F}" dt="2024-05-06T07:50:48.402" v="7440" actId="120"/>
          <ac:spMkLst>
            <pc:docMk/>
            <pc:sldMk cId="3743908346" sldId="2497"/>
            <ac:spMk id="15" creationId="{AC27FF75-F120-4EC4-3210-52C37E573E62}"/>
          </ac:spMkLst>
        </pc:spChg>
      </pc:sldChg>
      <pc:sldChg chg="addSp modSp new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133903100" sldId="2498"/>
        </pc:sldMkLst>
        <pc:spChg chg="mod">
          <ac:chgData name="Aman Patial" userId="e3fd9069-1d14-4a0c-ae1d-8c3a2d937b00" providerId="ADAL" clId="{64323B54-D8AD-45D2-9FA4-B2C2EC33C07F}" dt="2024-05-05T15:43:28.077" v="6618" actId="27636"/>
          <ac:spMkLst>
            <pc:docMk/>
            <pc:sldMk cId="133903100" sldId="2498"/>
            <ac:spMk id="2" creationId="{2E9F3EF9-75C5-29A8-E1ED-E83BCE6AC424}"/>
          </ac:spMkLst>
        </pc:spChg>
        <pc:spChg chg="mod">
          <ac:chgData name="Aman Patial" userId="e3fd9069-1d14-4a0c-ae1d-8c3a2d937b00" providerId="ADAL" clId="{64323B54-D8AD-45D2-9FA4-B2C2EC33C07F}" dt="2024-05-05T15:44:50.249" v="6623" actId="27636"/>
          <ac:spMkLst>
            <pc:docMk/>
            <pc:sldMk cId="133903100" sldId="2498"/>
            <ac:spMk id="3" creationId="{A6A7CF35-E8DF-085F-7C2D-89A1C0C42F76}"/>
          </ac:spMkLst>
        </pc:spChg>
        <pc:spChg chg="add mod">
          <ac:chgData name="Aman Patial" userId="e3fd9069-1d14-4a0c-ae1d-8c3a2d937b00" providerId="ADAL" clId="{64323B54-D8AD-45D2-9FA4-B2C2EC33C07F}" dt="2024-05-05T15:51:38.441" v="6632" actId="1076"/>
          <ac:spMkLst>
            <pc:docMk/>
            <pc:sldMk cId="133903100" sldId="2498"/>
            <ac:spMk id="6" creationId="{D9C5D290-0424-01F1-9D1E-8EFC8A220950}"/>
          </ac:spMkLst>
        </pc:spChg>
        <pc:spChg chg="add mod">
          <ac:chgData name="Aman Patial" userId="e3fd9069-1d14-4a0c-ae1d-8c3a2d937b00" providerId="ADAL" clId="{64323B54-D8AD-45D2-9FA4-B2C2EC33C07F}" dt="2024-05-05T15:57:30.800" v="6648" actId="14100"/>
          <ac:spMkLst>
            <pc:docMk/>
            <pc:sldMk cId="133903100" sldId="2498"/>
            <ac:spMk id="8" creationId="{CF7B96E7-9538-A6D7-EFE9-3A60C42F8290}"/>
          </ac:spMkLst>
        </pc:spChg>
        <pc:picChg chg="add mod">
          <ac:chgData name="Aman Patial" userId="e3fd9069-1d14-4a0c-ae1d-8c3a2d937b00" providerId="ADAL" clId="{64323B54-D8AD-45D2-9FA4-B2C2EC33C07F}" dt="2024-05-06T02:07:25.200" v="6654" actId="1076"/>
          <ac:picMkLst>
            <pc:docMk/>
            <pc:sldMk cId="133903100" sldId="2498"/>
            <ac:picMk id="4" creationId="{7D275BC2-27B5-D038-CBB3-81C91E57D6A9}"/>
          </ac:picMkLst>
        </pc:picChg>
        <pc:picChg chg="add mod">
          <ac:chgData name="Aman Patial" userId="e3fd9069-1d14-4a0c-ae1d-8c3a2d937b00" providerId="ADAL" clId="{64323B54-D8AD-45D2-9FA4-B2C2EC33C07F}" dt="2024-05-06T02:07:19.452" v="6651" actId="14100"/>
          <ac:picMkLst>
            <pc:docMk/>
            <pc:sldMk cId="133903100" sldId="2498"/>
            <ac:picMk id="1026" creationId="{FECFCA13-2463-A830-F0CE-0E246D7831F4}"/>
          </ac:picMkLst>
        </pc:picChg>
      </pc:sldChg>
      <pc:sldChg chg="del">
        <pc:chgData name="Aman Patial" userId="e3fd9069-1d14-4a0c-ae1d-8c3a2d937b00" providerId="ADAL" clId="{64323B54-D8AD-45D2-9FA4-B2C2EC33C07F}" dt="2024-04-26T06:17:46.682" v="411" actId="2696"/>
        <pc:sldMkLst>
          <pc:docMk/>
          <pc:sldMk cId="2681190499" sldId="2498"/>
        </pc:sldMkLst>
      </pc:sldChg>
      <pc:sldChg chg="addSp delSp modSp new mod ord">
        <pc:chgData name="Aman Patial" userId="e3fd9069-1d14-4a0c-ae1d-8c3a2d937b00" providerId="ADAL" clId="{64323B54-D8AD-45D2-9FA4-B2C2EC33C07F}" dt="2024-05-09T18:21:02.968" v="13212" actId="1076"/>
        <pc:sldMkLst>
          <pc:docMk/>
          <pc:sldMk cId="2703719099" sldId="2499"/>
        </pc:sldMkLst>
        <pc:spChg chg="mod">
          <ac:chgData name="Aman Patial" userId="e3fd9069-1d14-4a0c-ae1d-8c3a2d937b00" providerId="ADAL" clId="{64323B54-D8AD-45D2-9FA4-B2C2EC33C07F}" dt="2024-05-09T17:42:18.750" v="13070" actId="313"/>
          <ac:spMkLst>
            <pc:docMk/>
            <pc:sldMk cId="2703719099" sldId="2499"/>
            <ac:spMk id="2" creationId="{A41F791C-2C0E-070F-31EC-D90BB1D88749}"/>
          </ac:spMkLst>
        </pc:spChg>
        <pc:spChg chg="mod">
          <ac:chgData name="Aman Patial" userId="e3fd9069-1d14-4a0c-ae1d-8c3a2d937b00" providerId="ADAL" clId="{64323B54-D8AD-45D2-9FA4-B2C2EC33C07F}" dt="2024-05-09T18:12:02.667" v="13192" actId="255"/>
          <ac:spMkLst>
            <pc:docMk/>
            <pc:sldMk cId="2703719099" sldId="2499"/>
            <ac:spMk id="3" creationId="{B36C73E0-D069-BB9D-F3C1-90DBBA5E5775}"/>
          </ac:spMkLst>
        </pc:spChg>
        <pc:spChg chg="add mod">
          <ac:chgData name="Aman Patial" userId="e3fd9069-1d14-4a0c-ae1d-8c3a2d937b00" providerId="ADAL" clId="{64323B54-D8AD-45D2-9FA4-B2C2EC33C07F}" dt="2024-05-09T18:20:20.198" v="13211" actId="1076"/>
          <ac:spMkLst>
            <pc:docMk/>
            <pc:sldMk cId="2703719099" sldId="2499"/>
            <ac:spMk id="5" creationId="{24F5B18C-DB9F-A439-D176-FFA319C237E0}"/>
          </ac:spMkLst>
        </pc:spChg>
        <pc:spChg chg="add mod">
          <ac:chgData name="Aman Patial" userId="e3fd9069-1d14-4a0c-ae1d-8c3a2d937b00" providerId="ADAL" clId="{64323B54-D8AD-45D2-9FA4-B2C2EC33C07F}" dt="2024-05-09T18:19:43.200" v="13207" actId="1076"/>
          <ac:spMkLst>
            <pc:docMk/>
            <pc:sldMk cId="2703719099" sldId="2499"/>
            <ac:spMk id="6" creationId="{ABE84795-10F8-906D-89E2-56F35692799B}"/>
          </ac:spMkLst>
        </pc:spChg>
        <pc:spChg chg="add mod">
          <ac:chgData name="Aman Patial" userId="e3fd9069-1d14-4a0c-ae1d-8c3a2d937b00" providerId="ADAL" clId="{64323B54-D8AD-45D2-9FA4-B2C2EC33C07F}" dt="2024-05-09T18:19:29.524" v="13205" actId="255"/>
          <ac:spMkLst>
            <pc:docMk/>
            <pc:sldMk cId="2703719099" sldId="2499"/>
            <ac:spMk id="8" creationId="{9467A425-7B4C-A627-6E81-EC2DF7C30429}"/>
          </ac:spMkLst>
        </pc:spChg>
        <pc:spChg chg="add mod">
          <ac:chgData name="Aman Patial" userId="e3fd9069-1d14-4a0c-ae1d-8c3a2d937b00" providerId="ADAL" clId="{64323B54-D8AD-45D2-9FA4-B2C2EC33C07F}" dt="2024-05-09T18:21:02.968" v="13212" actId="1076"/>
          <ac:spMkLst>
            <pc:docMk/>
            <pc:sldMk cId="2703719099" sldId="2499"/>
            <ac:spMk id="9" creationId="{33321034-B472-0389-03E7-F3D96219EFCA}"/>
          </ac:spMkLst>
        </pc:spChg>
        <pc:picChg chg="add del mod">
          <ac:chgData name="Aman Patial" userId="e3fd9069-1d14-4a0c-ae1d-8c3a2d937b00" providerId="ADAL" clId="{64323B54-D8AD-45D2-9FA4-B2C2EC33C07F}" dt="2024-05-09T17:33:37.566" v="13013" actId="478"/>
          <ac:picMkLst>
            <pc:docMk/>
            <pc:sldMk cId="2703719099" sldId="2499"/>
            <ac:picMk id="4" creationId="{D78DAB70-B7BB-826E-B388-F0F3143543CB}"/>
          </ac:picMkLst>
        </pc:picChg>
        <pc:picChg chg="add del mod">
          <ac:chgData name="Aman Patial" userId="e3fd9069-1d14-4a0c-ae1d-8c3a2d937b00" providerId="ADAL" clId="{64323B54-D8AD-45D2-9FA4-B2C2EC33C07F}" dt="2024-05-09T18:06:44.317" v="13172" actId="21"/>
          <ac:picMkLst>
            <pc:docMk/>
            <pc:sldMk cId="2703719099" sldId="2499"/>
            <ac:picMk id="11" creationId="{D8591BD5-8FD6-1C46-F0F8-F6876792CBA7}"/>
          </ac:picMkLst>
        </pc:picChg>
        <pc:picChg chg="add mod">
          <ac:chgData name="Aman Patial" userId="e3fd9069-1d14-4a0c-ae1d-8c3a2d937b00" providerId="ADAL" clId="{64323B54-D8AD-45D2-9FA4-B2C2EC33C07F}" dt="2024-05-09T18:20:13.862" v="13210" actId="1076"/>
          <ac:picMkLst>
            <pc:docMk/>
            <pc:sldMk cId="2703719099" sldId="2499"/>
            <ac:picMk id="3074" creationId="{D55EE089-C334-6BEF-7EA8-3169E826096B}"/>
          </ac:picMkLst>
        </pc:picChg>
        <pc:picChg chg="add mod">
          <ac:chgData name="Aman Patial" userId="e3fd9069-1d14-4a0c-ae1d-8c3a2d937b00" providerId="ADAL" clId="{64323B54-D8AD-45D2-9FA4-B2C2EC33C07F}" dt="2024-05-09T18:20:10.110" v="13209" actId="1076"/>
          <ac:picMkLst>
            <pc:docMk/>
            <pc:sldMk cId="2703719099" sldId="2499"/>
            <ac:picMk id="3076" creationId="{70EF434C-2672-8B72-2618-1E9BF3FCEBA0}"/>
          </ac:picMkLst>
        </pc:picChg>
        <pc:picChg chg="add del mod">
          <ac:chgData name="Aman Patial" userId="e3fd9069-1d14-4a0c-ae1d-8c3a2d937b00" providerId="ADAL" clId="{64323B54-D8AD-45D2-9FA4-B2C2EC33C07F}" dt="2024-05-06T07:35:07.158" v="7181" actId="478"/>
          <ac:picMkLst>
            <pc:docMk/>
            <pc:sldMk cId="2703719099" sldId="2499"/>
            <ac:picMk id="3078" creationId="{20FCD4E7-411C-C366-8509-DBDC1165973B}"/>
          </ac:picMkLst>
        </pc:picChg>
      </pc:sldChg>
      <pc:sldChg chg="del">
        <pc:chgData name="Aman Patial" userId="e3fd9069-1d14-4a0c-ae1d-8c3a2d937b00" providerId="ADAL" clId="{64323B54-D8AD-45D2-9FA4-B2C2EC33C07F}" dt="2024-04-26T06:17:49.063" v="412" actId="2696"/>
        <pc:sldMkLst>
          <pc:docMk/>
          <pc:sldMk cId="3584272967" sldId="2499"/>
        </pc:sldMkLst>
      </pc:sldChg>
      <pc:sldChg chg="add del">
        <pc:chgData name="Aman Patial" userId="e3fd9069-1d14-4a0c-ae1d-8c3a2d937b00" providerId="ADAL" clId="{64323B54-D8AD-45D2-9FA4-B2C2EC33C07F}" dt="2024-05-06T04:23:42.960" v="6811"/>
        <pc:sldMkLst>
          <pc:docMk/>
          <pc:sldMk cId="1828978820" sldId="2500"/>
        </pc:sldMkLst>
      </pc:sldChg>
      <pc:sldChg chg="addSp delSp modSp add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2183657247" sldId="2500"/>
        </pc:sldMkLst>
        <pc:spChg chg="mod">
          <ac:chgData name="Aman Patial" userId="e3fd9069-1d14-4a0c-ae1d-8c3a2d937b00" providerId="ADAL" clId="{64323B54-D8AD-45D2-9FA4-B2C2EC33C07F}" dt="2024-05-06T09:00:07.423" v="7744" actId="108"/>
          <ac:spMkLst>
            <pc:docMk/>
            <pc:sldMk cId="2183657247" sldId="2500"/>
            <ac:spMk id="3" creationId="{8DE66B9B-4DD8-B7CD-A87E-340338C381FC}"/>
          </ac:spMkLst>
        </pc:spChg>
        <pc:spChg chg="add del mod">
          <ac:chgData name="Aman Patial" userId="e3fd9069-1d14-4a0c-ae1d-8c3a2d937b00" providerId="ADAL" clId="{64323B54-D8AD-45D2-9FA4-B2C2EC33C07F}" dt="2024-05-06T05:10:58.335" v="6991" actId="478"/>
          <ac:spMkLst>
            <pc:docMk/>
            <pc:sldMk cId="2183657247" sldId="2500"/>
            <ac:spMk id="5" creationId="{D91D1E00-E7F0-878F-94C2-7BB1DCF5A160}"/>
          </ac:spMkLst>
        </pc:spChg>
        <pc:spChg chg="del mod">
          <ac:chgData name="Aman Patial" userId="e3fd9069-1d14-4a0c-ae1d-8c3a2d937b00" providerId="ADAL" clId="{64323B54-D8AD-45D2-9FA4-B2C2EC33C07F}" dt="2024-05-06T05:09:26.385" v="6952" actId="478"/>
          <ac:spMkLst>
            <pc:docMk/>
            <pc:sldMk cId="2183657247" sldId="2500"/>
            <ac:spMk id="7" creationId="{601A990E-1BC5-AAB7-92F3-635258AE6882}"/>
          </ac:spMkLst>
        </pc:spChg>
        <pc:spChg chg="add mod">
          <ac:chgData name="Aman Patial" userId="e3fd9069-1d14-4a0c-ae1d-8c3a2d937b00" providerId="ADAL" clId="{64323B54-D8AD-45D2-9FA4-B2C2EC33C07F}" dt="2024-05-06T09:04:35.297" v="7878" actId="20577"/>
          <ac:spMkLst>
            <pc:docMk/>
            <pc:sldMk cId="2183657247" sldId="2500"/>
            <ac:spMk id="8" creationId="{9732AA39-4A7A-A1F0-25E7-93F0668A0F6B}"/>
          </ac:spMkLst>
        </pc:spChg>
        <pc:spChg chg="del">
          <ac:chgData name="Aman Patial" userId="e3fd9069-1d14-4a0c-ae1d-8c3a2d937b00" providerId="ADAL" clId="{64323B54-D8AD-45D2-9FA4-B2C2EC33C07F}" dt="2024-05-06T04:23:50.705" v="6813" actId="478"/>
          <ac:spMkLst>
            <pc:docMk/>
            <pc:sldMk cId="2183657247" sldId="2500"/>
            <ac:spMk id="9" creationId="{F7B2A9AB-4290-0B05-9A87-1C4939497CDC}"/>
          </ac:spMkLst>
        </pc:spChg>
        <pc:spChg chg="del mod">
          <ac:chgData name="Aman Patial" userId="e3fd9069-1d14-4a0c-ae1d-8c3a2d937b00" providerId="ADAL" clId="{64323B54-D8AD-45D2-9FA4-B2C2EC33C07F}" dt="2024-05-06T05:09:29.981" v="6953" actId="478"/>
          <ac:spMkLst>
            <pc:docMk/>
            <pc:sldMk cId="2183657247" sldId="2500"/>
            <ac:spMk id="11" creationId="{DF441627-202F-0571-A47B-F06560CCE672}"/>
          </ac:spMkLst>
        </pc:spChg>
        <pc:spChg chg="add mod">
          <ac:chgData name="Aman Patial" userId="e3fd9069-1d14-4a0c-ae1d-8c3a2d937b00" providerId="ADAL" clId="{64323B54-D8AD-45D2-9FA4-B2C2EC33C07F}" dt="2024-05-06T09:05:06.654" v="7887" actId="14100"/>
          <ac:spMkLst>
            <pc:docMk/>
            <pc:sldMk cId="2183657247" sldId="2500"/>
            <ac:spMk id="12" creationId="{BB6E6BE9-0F5D-4573-09F2-9A736B9566B1}"/>
          </ac:spMkLst>
        </pc:spChg>
        <pc:spChg chg="del mod">
          <ac:chgData name="Aman Patial" userId="e3fd9069-1d14-4a0c-ae1d-8c3a2d937b00" providerId="ADAL" clId="{64323B54-D8AD-45D2-9FA4-B2C2EC33C07F}" dt="2024-05-06T05:09:34.025" v="6955" actId="478"/>
          <ac:spMkLst>
            <pc:docMk/>
            <pc:sldMk cId="2183657247" sldId="2500"/>
            <ac:spMk id="13" creationId="{2AD0E8EC-B304-28E8-5B0F-C7FBB6DCBFD4}"/>
          </ac:spMkLst>
        </pc:spChg>
        <pc:spChg chg="add mod">
          <ac:chgData name="Aman Patial" userId="e3fd9069-1d14-4a0c-ae1d-8c3a2d937b00" providerId="ADAL" clId="{64323B54-D8AD-45D2-9FA4-B2C2EC33C07F}" dt="2024-05-06T09:03:02.529" v="7819" actId="14100"/>
          <ac:spMkLst>
            <pc:docMk/>
            <pc:sldMk cId="2183657247" sldId="2500"/>
            <ac:spMk id="15" creationId="{C90A5D90-3900-E913-2F8E-4659BF2F6944}"/>
          </ac:spMkLst>
        </pc:spChg>
        <pc:spChg chg="add del mod">
          <ac:chgData name="Aman Patial" userId="e3fd9069-1d14-4a0c-ae1d-8c3a2d937b00" providerId="ADAL" clId="{64323B54-D8AD-45D2-9FA4-B2C2EC33C07F}" dt="2024-05-06T08:48:39.290" v="7520"/>
          <ac:spMkLst>
            <pc:docMk/>
            <pc:sldMk cId="2183657247" sldId="2500"/>
            <ac:spMk id="17" creationId="{CB4FDF69-BE73-0EAF-52AA-ADB93B69B876}"/>
          </ac:spMkLst>
        </pc:spChg>
        <pc:spChg chg="add del mod">
          <ac:chgData name="Aman Patial" userId="e3fd9069-1d14-4a0c-ae1d-8c3a2d937b00" providerId="ADAL" clId="{64323B54-D8AD-45D2-9FA4-B2C2EC33C07F}" dt="2024-05-06T09:02:41.286" v="7814" actId="478"/>
          <ac:spMkLst>
            <pc:docMk/>
            <pc:sldMk cId="2183657247" sldId="2500"/>
            <ac:spMk id="19" creationId="{3628C0A2-368E-CC10-EC4E-AAB9C5A90A7E}"/>
          </ac:spMkLst>
        </pc:spChg>
        <pc:spChg chg="add mod">
          <ac:chgData name="Aman Patial" userId="e3fd9069-1d14-4a0c-ae1d-8c3a2d937b00" providerId="ADAL" clId="{64323B54-D8AD-45D2-9FA4-B2C2EC33C07F}" dt="2024-05-06T09:05:11.917" v="7888" actId="1076"/>
          <ac:spMkLst>
            <pc:docMk/>
            <pc:sldMk cId="2183657247" sldId="2500"/>
            <ac:spMk id="22" creationId="{E489BBC0-19C4-9457-8720-7118EC4E4C49}"/>
          </ac:spMkLst>
        </pc:spChg>
        <pc:spChg chg="add del mod">
          <ac:chgData name="Aman Patial" userId="e3fd9069-1d14-4a0c-ae1d-8c3a2d937b00" providerId="ADAL" clId="{64323B54-D8AD-45D2-9FA4-B2C2EC33C07F}" dt="2024-05-06T08:47:27.584" v="7507" actId="478"/>
          <ac:spMkLst>
            <pc:docMk/>
            <pc:sldMk cId="2183657247" sldId="2500"/>
            <ac:spMk id="23" creationId="{DF441627-202F-0571-A47B-F06560CCE672}"/>
          </ac:spMkLst>
        </pc:spChg>
        <pc:picChg chg="add del mod">
          <ac:chgData name="Aman Patial" userId="e3fd9069-1d14-4a0c-ae1d-8c3a2d937b00" providerId="ADAL" clId="{64323B54-D8AD-45D2-9FA4-B2C2EC33C07F}" dt="2024-05-06T08:49:08.839" v="7525" actId="478"/>
          <ac:picMkLst>
            <pc:docMk/>
            <pc:sldMk cId="2183657247" sldId="2500"/>
            <ac:picMk id="21" creationId="{82398A8F-C00F-7224-A5BE-01730CD6BC38}"/>
          </ac:picMkLst>
        </pc:picChg>
        <pc:picChg chg="add del mod">
          <ac:chgData name="Aman Patial" userId="e3fd9069-1d14-4a0c-ae1d-8c3a2d937b00" providerId="ADAL" clId="{64323B54-D8AD-45D2-9FA4-B2C2EC33C07F}" dt="2024-05-06T05:10:59.505" v="6992" actId="478"/>
          <ac:picMkLst>
            <pc:docMk/>
            <pc:sldMk cId="2183657247" sldId="2500"/>
            <ac:picMk id="5122" creationId="{D1761361-CECB-CDDE-55B7-924BBB966E40}"/>
          </ac:picMkLst>
        </pc:picChg>
        <pc:picChg chg="add del mod">
          <ac:chgData name="Aman Patial" userId="e3fd9069-1d14-4a0c-ae1d-8c3a2d937b00" providerId="ADAL" clId="{64323B54-D8AD-45D2-9FA4-B2C2EC33C07F}" dt="2024-05-06T05:11:00.198" v="6993" actId="478"/>
          <ac:picMkLst>
            <pc:docMk/>
            <pc:sldMk cId="2183657247" sldId="2500"/>
            <ac:picMk id="5124" creationId="{1E0DA252-ED60-D0CE-4273-7C8674A2CF65}"/>
          </ac:picMkLst>
        </pc:picChg>
        <pc:picChg chg="add mod">
          <ac:chgData name="Aman Patial" userId="e3fd9069-1d14-4a0c-ae1d-8c3a2d937b00" providerId="ADAL" clId="{64323B54-D8AD-45D2-9FA4-B2C2EC33C07F}" dt="2024-05-06T09:17:12.837" v="7901" actId="1076"/>
          <ac:picMkLst>
            <pc:docMk/>
            <pc:sldMk cId="2183657247" sldId="2500"/>
            <ac:picMk id="5126" creationId="{0F41B5BB-6D49-D265-7D69-BC0BFFCD677E}"/>
          </ac:picMkLst>
        </pc:picChg>
        <pc:picChg chg="add mod">
          <ac:chgData name="Aman Patial" userId="e3fd9069-1d14-4a0c-ae1d-8c3a2d937b00" providerId="ADAL" clId="{64323B54-D8AD-45D2-9FA4-B2C2EC33C07F}" dt="2024-05-06T09:17:12.837" v="7901" actId="1076"/>
          <ac:picMkLst>
            <pc:docMk/>
            <pc:sldMk cId="2183657247" sldId="2500"/>
            <ac:picMk id="5128" creationId="{CDACAD39-2FAE-EDCC-A6D9-F8C7132B95E4}"/>
          </ac:picMkLst>
        </pc:picChg>
      </pc:sldChg>
      <pc:sldChg chg="del">
        <pc:chgData name="Aman Patial" userId="e3fd9069-1d14-4a0c-ae1d-8c3a2d937b00" providerId="ADAL" clId="{64323B54-D8AD-45D2-9FA4-B2C2EC33C07F}" dt="2024-04-26T06:19:28.143" v="468" actId="47"/>
        <pc:sldMkLst>
          <pc:docMk/>
          <pc:sldMk cId="4039114904" sldId="2500"/>
        </pc:sldMkLst>
      </pc:sldChg>
      <pc:sldChg chg="add del">
        <pc:chgData name="Aman Patial" userId="e3fd9069-1d14-4a0c-ae1d-8c3a2d937b00" providerId="ADAL" clId="{64323B54-D8AD-45D2-9FA4-B2C2EC33C07F}" dt="2024-05-06T04:23:57.312" v="6815"/>
        <pc:sldMkLst>
          <pc:docMk/>
          <pc:sldMk cId="1177844134" sldId="2501"/>
        </pc:sldMkLst>
      </pc:sldChg>
      <pc:sldChg chg="addSp delSp modSp add del mod">
        <pc:chgData name="Aman Patial" userId="e3fd9069-1d14-4a0c-ae1d-8c3a2d937b00" providerId="ADAL" clId="{64323B54-D8AD-45D2-9FA4-B2C2EC33C07F}" dt="2024-05-06T07:58:07.812" v="7479" actId="2696"/>
        <pc:sldMkLst>
          <pc:docMk/>
          <pc:sldMk cId="3251199378" sldId="2501"/>
        </pc:sldMkLst>
        <pc:spChg chg="add mod">
          <ac:chgData name="Aman Patial" userId="e3fd9069-1d14-4a0c-ae1d-8c3a2d937b00" providerId="ADAL" clId="{64323B54-D8AD-45D2-9FA4-B2C2EC33C07F}" dt="2024-05-06T07:52:14.278" v="7443" actId="1076"/>
          <ac:spMkLst>
            <pc:docMk/>
            <pc:sldMk cId="3251199378" sldId="2501"/>
            <ac:spMk id="4" creationId="{4684ADE1-DF94-36AF-3723-A6338CF696FC}"/>
          </ac:spMkLst>
        </pc:spChg>
        <pc:spChg chg="del">
          <ac:chgData name="Aman Patial" userId="e3fd9069-1d14-4a0c-ae1d-8c3a2d937b00" providerId="ADAL" clId="{64323B54-D8AD-45D2-9FA4-B2C2EC33C07F}" dt="2024-05-06T05:12:03.144" v="7007" actId="478"/>
          <ac:spMkLst>
            <pc:docMk/>
            <pc:sldMk cId="3251199378" sldId="2501"/>
            <ac:spMk id="5" creationId="{D91D1E00-E7F0-878F-94C2-7BB1DCF5A160}"/>
          </ac:spMkLst>
        </pc:spChg>
        <pc:spChg chg="mod">
          <ac:chgData name="Aman Patial" userId="e3fd9069-1d14-4a0c-ae1d-8c3a2d937b00" providerId="ADAL" clId="{64323B54-D8AD-45D2-9FA4-B2C2EC33C07F}" dt="2024-05-06T07:52:29.217" v="7444" actId="1076"/>
          <ac:spMkLst>
            <pc:docMk/>
            <pc:sldMk cId="3251199378" sldId="2501"/>
            <ac:spMk id="7" creationId="{601A990E-1BC5-AAB7-92F3-635258AE6882}"/>
          </ac:spMkLst>
        </pc:spChg>
        <pc:spChg chg="del">
          <ac:chgData name="Aman Patial" userId="e3fd9069-1d14-4a0c-ae1d-8c3a2d937b00" providerId="ADAL" clId="{64323B54-D8AD-45D2-9FA4-B2C2EC33C07F}" dt="2024-05-06T05:12:00.848" v="7006" actId="478"/>
          <ac:spMkLst>
            <pc:docMk/>
            <pc:sldMk cId="3251199378" sldId="2501"/>
            <ac:spMk id="8" creationId="{9732AA39-4A7A-A1F0-25E7-93F0668A0F6B}"/>
          </ac:spMkLst>
        </pc:spChg>
        <pc:spChg chg="mod">
          <ac:chgData name="Aman Patial" userId="e3fd9069-1d14-4a0c-ae1d-8c3a2d937b00" providerId="ADAL" clId="{64323B54-D8AD-45D2-9FA4-B2C2EC33C07F}" dt="2024-05-06T07:57:46.133" v="7475" actId="1076"/>
          <ac:spMkLst>
            <pc:docMk/>
            <pc:sldMk cId="3251199378" sldId="2501"/>
            <ac:spMk id="11" creationId="{DF441627-202F-0571-A47B-F06560CCE672}"/>
          </ac:spMkLst>
        </pc:spChg>
        <pc:spChg chg="del">
          <ac:chgData name="Aman Patial" userId="e3fd9069-1d14-4a0c-ae1d-8c3a2d937b00" providerId="ADAL" clId="{64323B54-D8AD-45D2-9FA4-B2C2EC33C07F}" dt="2024-05-06T05:12:06.581" v="7009" actId="478"/>
          <ac:spMkLst>
            <pc:docMk/>
            <pc:sldMk cId="3251199378" sldId="2501"/>
            <ac:spMk id="12" creationId="{BB6E6BE9-0F5D-4573-09F2-9A736B9566B1}"/>
          </ac:spMkLst>
        </pc:spChg>
        <pc:spChg chg="mod">
          <ac:chgData name="Aman Patial" userId="e3fd9069-1d14-4a0c-ae1d-8c3a2d937b00" providerId="ADAL" clId="{64323B54-D8AD-45D2-9FA4-B2C2EC33C07F}" dt="2024-05-06T05:12:16.936" v="7013" actId="1076"/>
          <ac:spMkLst>
            <pc:docMk/>
            <pc:sldMk cId="3251199378" sldId="2501"/>
            <ac:spMk id="13" creationId="{2AD0E8EC-B304-28E8-5B0F-C7FBB6DCBFD4}"/>
          </ac:spMkLst>
        </pc:spChg>
        <pc:picChg chg="del">
          <ac:chgData name="Aman Patial" userId="e3fd9069-1d14-4a0c-ae1d-8c3a2d937b00" providerId="ADAL" clId="{64323B54-D8AD-45D2-9FA4-B2C2EC33C07F}" dt="2024-05-06T05:12:04.389" v="7008" actId="478"/>
          <ac:picMkLst>
            <pc:docMk/>
            <pc:sldMk cId="3251199378" sldId="2501"/>
            <ac:picMk id="5122" creationId="{D1761361-CECB-CDDE-55B7-924BBB966E40}"/>
          </ac:picMkLst>
        </pc:picChg>
        <pc:picChg chg="del">
          <ac:chgData name="Aman Patial" userId="e3fd9069-1d14-4a0c-ae1d-8c3a2d937b00" providerId="ADAL" clId="{64323B54-D8AD-45D2-9FA4-B2C2EC33C07F}" dt="2024-05-06T05:12:07.724" v="7010" actId="478"/>
          <ac:picMkLst>
            <pc:docMk/>
            <pc:sldMk cId="3251199378" sldId="2501"/>
            <ac:picMk id="5124" creationId="{1E0DA252-ED60-D0CE-4273-7C8674A2CF65}"/>
          </ac:picMkLst>
        </pc:picChg>
      </pc:sldChg>
      <pc:sldChg chg="del">
        <pc:chgData name="Aman Patial" userId="e3fd9069-1d14-4a0c-ae1d-8c3a2d937b00" providerId="ADAL" clId="{64323B54-D8AD-45D2-9FA4-B2C2EC33C07F}" dt="2024-04-26T06:20:51.594" v="518" actId="47"/>
        <pc:sldMkLst>
          <pc:docMk/>
          <pc:sldMk cId="4180240376" sldId="2501"/>
        </pc:sldMkLst>
      </pc:sldChg>
      <pc:sldChg chg="addSp delSp modSp add del mod ord">
        <pc:chgData name="Aman Patial" userId="e3fd9069-1d14-4a0c-ae1d-8c3a2d937b00" providerId="ADAL" clId="{64323B54-D8AD-45D2-9FA4-B2C2EC33C07F}" dt="2024-05-09T18:16:12.873" v="13199" actId="2696"/>
        <pc:sldMkLst>
          <pc:docMk/>
          <pc:sldMk cId="3534565495" sldId="2502"/>
        </pc:sldMkLst>
        <pc:spChg chg="mod">
          <ac:chgData name="Aman Patial" userId="e3fd9069-1d14-4a0c-ae1d-8c3a2d937b00" providerId="ADAL" clId="{64323B54-D8AD-45D2-9FA4-B2C2EC33C07F}" dt="2024-05-06T07:36:22.051" v="7253" actId="20577"/>
          <ac:spMkLst>
            <pc:docMk/>
            <pc:sldMk cId="3534565495" sldId="2502"/>
            <ac:spMk id="3" creationId="{8DE66B9B-4DD8-B7CD-A87E-340338C381FC}"/>
          </ac:spMkLst>
        </pc:spChg>
        <pc:spChg chg="add">
          <ac:chgData name="Aman Patial" userId="e3fd9069-1d14-4a0c-ae1d-8c3a2d937b00" providerId="ADAL" clId="{64323B54-D8AD-45D2-9FA4-B2C2EC33C07F}" dt="2024-05-06T07:20:53.966" v="7038"/>
          <ac:spMkLst>
            <pc:docMk/>
            <pc:sldMk cId="3534565495" sldId="2502"/>
            <ac:spMk id="4" creationId="{8FB0B20D-0AD8-9109-3787-9544CD798B88}"/>
          </ac:spMkLst>
        </pc:spChg>
        <pc:spChg chg="mod">
          <ac:chgData name="Aman Patial" userId="e3fd9069-1d14-4a0c-ae1d-8c3a2d937b00" providerId="ADAL" clId="{64323B54-D8AD-45D2-9FA4-B2C2EC33C07F}" dt="2024-05-06T10:31:42.586" v="8304" actId="1076"/>
          <ac:spMkLst>
            <pc:docMk/>
            <pc:sldMk cId="3534565495" sldId="2502"/>
            <ac:spMk id="5" creationId="{D91D1E00-E7F0-878F-94C2-7BB1DCF5A160}"/>
          </ac:spMkLst>
        </pc:spChg>
        <pc:spChg chg="add mod">
          <ac:chgData name="Aman Patial" userId="e3fd9069-1d14-4a0c-ae1d-8c3a2d937b00" providerId="ADAL" clId="{64323B54-D8AD-45D2-9FA4-B2C2EC33C07F}" dt="2024-05-06T07:21:22.015" v="7042"/>
          <ac:spMkLst>
            <pc:docMk/>
            <pc:sldMk cId="3534565495" sldId="2502"/>
            <ac:spMk id="6" creationId="{EBC6B2A4-97DE-D0C6-FBDC-D5F7A327F7E1}"/>
          </ac:spMkLst>
        </pc:spChg>
        <pc:spChg chg="add mod">
          <ac:chgData name="Aman Patial" userId="e3fd9069-1d14-4a0c-ae1d-8c3a2d937b00" providerId="ADAL" clId="{64323B54-D8AD-45D2-9FA4-B2C2EC33C07F}" dt="2024-05-06T07:21:21.699" v="7041"/>
          <ac:spMkLst>
            <pc:docMk/>
            <pc:sldMk cId="3534565495" sldId="2502"/>
            <ac:spMk id="7" creationId="{D29BB61C-F224-02F9-C0D9-B6F60229D720}"/>
          </ac:spMkLst>
        </pc:spChg>
        <pc:spChg chg="del">
          <ac:chgData name="Aman Patial" userId="e3fd9069-1d14-4a0c-ae1d-8c3a2d937b00" providerId="ADAL" clId="{64323B54-D8AD-45D2-9FA4-B2C2EC33C07F}" dt="2024-05-06T05:10:30.513" v="6984" actId="478"/>
          <ac:spMkLst>
            <pc:docMk/>
            <pc:sldMk cId="3534565495" sldId="2502"/>
            <ac:spMk id="8" creationId="{9732AA39-4A7A-A1F0-25E7-93F0668A0F6B}"/>
          </ac:spMkLst>
        </pc:spChg>
        <pc:spChg chg="del">
          <ac:chgData name="Aman Patial" userId="e3fd9069-1d14-4a0c-ae1d-8c3a2d937b00" providerId="ADAL" clId="{64323B54-D8AD-45D2-9FA4-B2C2EC33C07F}" dt="2024-05-06T05:10:48.630" v="6989" actId="478"/>
          <ac:spMkLst>
            <pc:docMk/>
            <pc:sldMk cId="3534565495" sldId="2502"/>
            <ac:spMk id="12" creationId="{BB6E6BE9-0F5D-4573-09F2-9A736B9566B1}"/>
          </ac:spMkLst>
        </pc:spChg>
        <pc:picChg chg="add mod">
          <ac:chgData name="Aman Patial" userId="e3fd9069-1d14-4a0c-ae1d-8c3a2d937b00" providerId="ADAL" clId="{64323B54-D8AD-45D2-9FA4-B2C2EC33C07F}" dt="2024-05-06T10:31:38.922" v="8303" actId="14100"/>
          <ac:picMkLst>
            <pc:docMk/>
            <pc:sldMk cId="3534565495" sldId="2502"/>
            <ac:picMk id="10" creationId="{CA318D69-808C-2E36-5705-2BBC65A2C4DD}"/>
          </ac:picMkLst>
        </pc:picChg>
        <pc:picChg chg="del mod">
          <ac:chgData name="Aman Patial" userId="e3fd9069-1d14-4a0c-ae1d-8c3a2d937b00" providerId="ADAL" clId="{64323B54-D8AD-45D2-9FA4-B2C2EC33C07F}" dt="2024-05-06T07:22:05.053" v="7047" actId="478"/>
          <ac:picMkLst>
            <pc:docMk/>
            <pc:sldMk cId="3534565495" sldId="2502"/>
            <ac:picMk id="5122" creationId="{D1761361-CECB-CDDE-55B7-924BBB966E40}"/>
          </ac:picMkLst>
        </pc:picChg>
        <pc:picChg chg="del mod">
          <ac:chgData name="Aman Patial" userId="e3fd9069-1d14-4a0c-ae1d-8c3a2d937b00" providerId="ADAL" clId="{64323B54-D8AD-45D2-9FA4-B2C2EC33C07F}" dt="2024-05-06T07:22:01.834" v="7045" actId="478"/>
          <ac:picMkLst>
            <pc:docMk/>
            <pc:sldMk cId="3534565495" sldId="2502"/>
            <ac:picMk id="5124" creationId="{1E0DA252-ED60-D0CE-4273-7C8674A2CF65}"/>
          </ac:picMkLst>
        </pc:picChg>
      </pc:sldChg>
      <pc:sldChg chg="addSp delSp modSp add mod">
        <pc:chgData name="Aman Patial" userId="e3fd9069-1d14-4a0c-ae1d-8c3a2d937b00" providerId="ADAL" clId="{64323B54-D8AD-45D2-9FA4-B2C2EC33C07F}" dt="2024-05-09T18:11:40.910" v="13186" actId="108"/>
        <pc:sldMkLst>
          <pc:docMk/>
          <pc:sldMk cId="832782872" sldId="2503"/>
        </pc:sldMkLst>
        <pc:spChg chg="mod">
          <ac:chgData name="Aman Patial" userId="e3fd9069-1d14-4a0c-ae1d-8c3a2d937b00" providerId="ADAL" clId="{64323B54-D8AD-45D2-9FA4-B2C2EC33C07F}" dt="2024-05-08T09:13:08.270" v="11116" actId="108"/>
          <ac:spMkLst>
            <pc:docMk/>
            <pc:sldMk cId="832782872" sldId="2503"/>
            <ac:spMk id="2" creationId="{7B4053F7-1903-6FAF-E857-7A5C97F47A9C}"/>
          </ac:spMkLst>
        </pc:spChg>
        <pc:spChg chg="mod">
          <ac:chgData name="Aman Patial" userId="e3fd9069-1d14-4a0c-ae1d-8c3a2d937b00" providerId="ADAL" clId="{64323B54-D8AD-45D2-9FA4-B2C2EC33C07F}" dt="2024-05-09T18:11:40.910" v="13186" actId="108"/>
          <ac:spMkLst>
            <pc:docMk/>
            <pc:sldMk cId="832782872" sldId="2503"/>
            <ac:spMk id="3" creationId="{8DE66B9B-4DD8-B7CD-A87E-340338C381FC}"/>
          </ac:spMkLst>
        </pc:spChg>
        <pc:spChg chg="add del mod">
          <ac:chgData name="Aman Patial" userId="e3fd9069-1d14-4a0c-ae1d-8c3a2d937b00" providerId="ADAL" clId="{64323B54-D8AD-45D2-9FA4-B2C2EC33C07F}" dt="2024-05-09T17:10:41.242" v="12928" actId="478"/>
          <ac:spMkLst>
            <pc:docMk/>
            <pc:sldMk cId="832782872" sldId="2503"/>
            <ac:spMk id="5" creationId="{66C771C9-B9CD-2FF2-5B56-08B81C5DF3A6}"/>
          </ac:spMkLst>
        </pc:spChg>
        <pc:spChg chg="add del mod">
          <ac:chgData name="Aman Patial" userId="e3fd9069-1d14-4a0c-ae1d-8c3a2d937b00" providerId="ADAL" clId="{64323B54-D8AD-45D2-9FA4-B2C2EC33C07F}" dt="2024-05-09T16:25:23.635" v="12660" actId="478"/>
          <ac:spMkLst>
            <pc:docMk/>
            <pc:sldMk cId="832782872" sldId="2503"/>
            <ac:spMk id="6" creationId="{400DFCC5-23D7-CFEF-4FB8-CFCD9112E9CB}"/>
          </ac:spMkLst>
        </pc:spChg>
        <pc:spChg chg="add mod">
          <ac:chgData name="Aman Patial" userId="e3fd9069-1d14-4a0c-ae1d-8c3a2d937b00" providerId="ADAL" clId="{64323B54-D8AD-45D2-9FA4-B2C2EC33C07F}" dt="2024-05-09T17:11:39.891" v="12938" actId="14100"/>
          <ac:spMkLst>
            <pc:docMk/>
            <pc:sldMk cId="832782872" sldId="2503"/>
            <ac:spMk id="7" creationId="{86975EE8-1AAB-846E-5119-C9C6FD952D25}"/>
          </ac:spMkLst>
        </pc:spChg>
        <pc:spChg chg="add del mod">
          <ac:chgData name="Aman Patial" userId="e3fd9069-1d14-4a0c-ae1d-8c3a2d937b00" providerId="ADAL" clId="{64323B54-D8AD-45D2-9FA4-B2C2EC33C07F}" dt="2024-05-08T08:36:25.242" v="10867" actId="21"/>
          <ac:spMkLst>
            <pc:docMk/>
            <pc:sldMk cId="832782872" sldId="2503"/>
            <ac:spMk id="7" creationId="{EE94D0B8-F982-2D48-E491-376D195E631E}"/>
          </ac:spMkLst>
        </pc:spChg>
        <pc:spChg chg="mod">
          <ac:chgData name="Aman Patial" userId="e3fd9069-1d14-4a0c-ae1d-8c3a2d937b00" providerId="ADAL" clId="{64323B54-D8AD-45D2-9FA4-B2C2EC33C07F}" dt="2024-05-09T17:02:10.178" v="12888" actId="1076"/>
          <ac:spMkLst>
            <pc:docMk/>
            <pc:sldMk cId="832782872" sldId="2503"/>
            <ac:spMk id="8" creationId="{9732AA39-4A7A-A1F0-25E7-93F0668A0F6B}"/>
          </ac:spMkLst>
        </pc:spChg>
        <pc:spChg chg="add mod">
          <ac:chgData name="Aman Patial" userId="e3fd9069-1d14-4a0c-ae1d-8c3a2d937b00" providerId="ADAL" clId="{64323B54-D8AD-45D2-9FA4-B2C2EC33C07F}" dt="2024-05-09T16:53:27.329" v="12813" actId="1076"/>
          <ac:spMkLst>
            <pc:docMk/>
            <pc:sldMk cId="832782872" sldId="2503"/>
            <ac:spMk id="10" creationId="{5C52E7DD-22EB-AB10-39F6-0F8B96E3CFE4}"/>
          </ac:spMkLst>
        </pc:spChg>
        <pc:spChg chg="del mod">
          <ac:chgData name="Aman Patial" userId="e3fd9069-1d14-4a0c-ae1d-8c3a2d937b00" providerId="ADAL" clId="{64323B54-D8AD-45D2-9FA4-B2C2EC33C07F}" dt="2024-05-08T08:26:47.854" v="10771" actId="478"/>
          <ac:spMkLst>
            <pc:docMk/>
            <pc:sldMk cId="832782872" sldId="2503"/>
            <ac:spMk id="12" creationId="{BB6E6BE9-0F5D-4573-09F2-9A736B9566B1}"/>
          </ac:spMkLst>
        </pc:spChg>
        <pc:spChg chg="del mod">
          <ac:chgData name="Aman Patial" userId="e3fd9069-1d14-4a0c-ae1d-8c3a2d937b00" providerId="ADAL" clId="{64323B54-D8AD-45D2-9FA4-B2C2EC33C07F}" dt="2024-05-08T07:58:50.909" v="10322" actId="21"/>
          <ac:spMkLst>
            <pc:docMk/>
            <pc:sldMk cId="832782872" sldId="2503"/>
            <ac:spMk id="15" creationId="{C90A5D90-3900-E913-2F8E-4659BF2F6944}"/>
          </ac:spMkLst>
        </pc:spChg>
        <pc:spChg chg="del mod">
          <ac:chgData name="Aman Patial" userId="e3fd9069-1d14-4a0c-ae1d-8c3a2d937b00" providerId="ADAL" clId="{64323B54-D8AD-45D2-9FA4-B2C2EC33C07F}" dt="2024-05-06T14:48:37.062" v="8642" actId="478"/>
          <ac:spMkLst>
            <pc:docMk/>
            <pc:sldMk cId="832782872" sldId="2503"/>
            <ac:spMk id="22" creationId="{E489BBC0-19C4-9457-8720-7118EC4E4C49}"/>
          </ac:spMkLst>
        </pc:spChg>
        <pc:picChg chg="add del mod modCrop">
          <ac:chgData name="Aman Patial" userId="e3fd9069-1d14-4a0c-ae1d-8c3a2d937b00" providerId="ADAL" clId="{64323B54-D8AD-45D2-9FA4-B2C2EC33C07F}" dt="2024-05-08T08:51:53.312" v="10887" actId="478"/>
          <ac:picMkLst>
            <pc:docMk/>
            <pc:sldMk cId="832782872" sldId="2503"/>
            <ac:picMk id="11" creationId="{929B22EE-78C7-13FE-EC4D-4371CB2E98AF}"/>
          </ac:picMkLst>
        </pc:picChg>
        <pc:picChg chg="add mod">
          <ac:chgData name="Aman Patial" userId="e3fd9069-1d14-4a0c-ae1d-8c3a2d937b00" providerId="ADAL" clId="{64323B54-D8AD-45D2-9FA4-B2C2EC33C07F}" dt="2024-05-09T18:08:13.056" v="13177" actId="1076"/>
          <ac:picMkLst>
            <pc:docMk/>
            <pc:sldMk cId="832782872" sldId="2503"/>
            <ac:picMk id="14" creationId="{BEE0E5FF-102B-9C72-B75B-8F9CEEA194A6}"/>
          </ac:picMkLst>
        </pc:picChg>
        <pc:picChg chg="add del mod">
          <ac:chgData name="Aman Patial" userId="e3fd9069-1d14-4a0c-ae1d-8c3a2d937b00" providerId="ADAL" clId="{64323B54-D8AD-45D2-9FA4-B2C2EC33C07F}" dt="2024-05-06T09:18:04.940" v="7913" actId="478"/>
          <ac:picMkLst>
            <pc:docMk/>
            <pc:sldMk cId="832782872" sldId="2503"/>
            <ac:picMk id="5126" creationId="{0F41B5BB-6D49-D265-7D69-BC0BFFCD677E}"/>
          </ac:picMkLst>
        </pc:picChg>
        <pc:picChg chg="add del mod">
          <ac:chgData name="Aman Patial" userId="e3fd9069-1d14-4a0c-ae1d-8c3a2d937b00" providerId="ADAL" clId="{64323B54-D8AD-45D2-9FA4-B2C2EC33C07F}" dt="2024-05-09T16:25:19.135" v="12659" actId="478"/>
          <ac:picMkLst>
            <pc:docMk/>
            <pc:sldMk cId="832782872" sldId="2503"/>
            <ac:picMk id="8194" creationId="{3578ECBC-4888-611C-E5DF-0395B2D765CE}"/>
          </ac:picMkLst>
        </pc:picChg>
      </pc:sldChg>
      <pc:sldChg chg="addSp delSp modSp new mod ord">
        <pc:chgData name="Aman Patial" userId="e3fd9069-1d14-4a0c-ae1d-8c3a2d937b00" providerId="ADAL" clId="{64323B54-D8AD-45D2-9FA4-B2C2EC33C07F}" dt="2024-05-09T18:11:37.149" v="13185" actId="108"/>
        <pc:sldMkLst>
          <pc:docMk/>
          <pc:sldMk cId="1062106644" sldId="2504"/>
        </pc:sldMkLst>
        <pc:spChg chg="mod">
          <ac:chgData name="Aman Patial" userId="e3fd9069-1d14-4a0c-ae1d-8c3a2d937b00" providerId="ADAL" clId="{64323B54-D8AD-45D2-9FA4-B2C2EC33C07F}" dt="2024-05-08T09:13:01.062" v="11112" actId="108"/>
          <ac:spMkLst>
            <pc:docMk/>
            <pc:sldMk cId="1062106644" sldId="2504"/>
            <ac:spMk id="2" creationId="{9B80ABDB-2653-C418-7545-275D0C555996}"/>
          </ac:spMkLst>
        </pc:spChg>
        <pc:spChg chg="mod">
          <ac:chgData name="Aman Patial" userId="e3fd9069-1d14-4a0c-ae1d-8c3a2d937b00" providerId="ADAL" clId="{64323B54-D8AD-45D2-9FA4-B2C2EC33C07F}" dt="2024-05-09T18:11:37.149" v="13185" actId="108"/>
          <ac:spMkLst>
            <pc:docMk/>
            <pc:sldMk cId="1062106644" sldId="2504"/>
            <ac:spMk id="3" creationId="{CF2F1FCF-5E62-8325-EF31-40A634849BC0}"/>
          </ac:spMkLst>
        </pc:spChg>
        <pc:spChg chg="add mod">
          <ac:chgData name="Aman Patial" userId="e3fd9069-1d14-4a0c-ae1d-8c3a2d937b00" providerId="ADAL" clId="{64323B54-D8AD-45D2-9FA4-B2C2EC33C07F}" dt="2024-05-09T15:52:56.466" v="12399"/>
          <ac:spMkLst>
            <pc:docMk/>
            <pc:sldMk cId="1062106644" sldId="2504"/>
            <ac:spMk id="4" creationId="{564265E0-D461-6571-6B66-4550897C9DDE}"/>
          </ac:spMkLst>
        </pc:spChg>
        <pc:spChg chg="add mod">
          <ac:chgData name="Aman Patial" userId="e3fd9069-1d14-4a0c-ae1d-8c3a2d937b00" providerId="ADAL" clId="{64323B54-D8AD-45D2-9FA4-B2C2EC33C07F}" dt="2024-05-09T16:08:06.374" v="12518" actId="1076"/>
          <ac:spMkLst>
            <pc:docMk/>
            <pc:sldMk cId="1062106644" sldId="2504"/>
            <ac:spMk id="5" creationId="{B87B450E-EC48-C8DD-4709-9E19F2C74327}"/>
          </ac:spMkLst>
        </pc:spChg>
        <pc:spChg chg="add mod">
          <ac:chgData name="Aman Patial" userId="e3fd9069-1d14-4a0c-ae1d-8c3a2d937b00" providerId="ADAL" clId="{64323B54-D8AD-45D2-9FA4-B2C2EC33C07F}" dt="2024-05-07T03:07:43.688" v="9205" actId="27636"/>
          <ac:spMkLst>
            <pc:docMk/>
            <pc:sldMk cId="1062106644" sldId="2504"/>
            <ac:spMk id="6" creationId="{EB88B119-356D-62E4-ADA1-C895E404BAF9}"/>
          </ac:spMkLst>
        </pc:spChg>
        <pc:spChg chg="add mod">
          <ac:chgData name="Aman Patial" userId="e3fd9069-1d14-4a0c-ae1d-8c3a2d937b00" providerId="ADAL" clId="{64323B54-D8AD-45D2-9FA4-B2C2EC33C07F}" dt="2024-05-09T15:53:25.322" v="12402" actId="14100"/>
          <ac:spMkLst>
            <pc:docMk/>
            <pc:sldMk cId="1062106644" sldId="2504"/>
            <ac:spMk id="7" creationId="{6EF88509-30AB-402E-1637-BCFC009B68E7}"/>
          </ac:spMkLst>
        </pc:spChg>
        <pc:spChg chg="add mod">
          <ac:chgData name="Aman Patial" userId="e3fd9069-1d14-4a0c-ae1d-8c3a2d937b00" providerId="ADAL" clId="{64323B54-D8AD-45D2-9FA4-B2C2EC33C07F}" dt="2024-05-09T16:11:33.073" v="12521"/>
          <ac:spMkLst>
            <pc:docMk/>
            <pc:sldMk cId="1062106644" sldId="2504"/>
            <ac:spMk id="10" creationId="{DF57B4D7-F2E7-8B8B-F784-854CDAFFB449}"/>
          </ac:spMkLst>
        </pc:spChg>
        <pc:spChg chg="add del mod">
          <ac:chgData name="Aman Patial" userId="e3fd9069-1d14-4a0c-ae1d-8c3a2d937b00" providerId="ADAL" clId="{64323B54-D8AD-45D2-9FA4-B2C2EC33C07F}" dt="2024-05-08T07:38:32.519" v="9972" actId="21"/>
          <ac:spMkLst>
            <pc:docMk/>
            <pc:sldMk cId="1062106644" sldId="2504"/>
            <ac:spMk id="10" creationId="{EE112123-6606-BCE4-8FDB-DE3B187CEFC0}"/>
          </ac:spMkLst>
        </pc:spChg>
        <pc:spChg chg="add del mod">
          <ac:chgData name="Aman Patial" userId="e3fd9069-1d14-4a0c-ae1d-8c3a2d937b00" providerId="ADAL" clId="{64323B54-D8AD-45D2-9FA4-B2C2EC33C07F}" dt="2024-05-08T07:38:25.966" v="9971" actId="478"/>
          <ac:spMkLst>
            <pc:docMk/>
            <pc:sldMk cId="1062106644" sldId="2504"/>
            <ac:spMk id="12" creationId="{B842CF4A-F010-80FE-55D3-BFA37B7DDCDA}"/>
          </ac:spMkLst>
        </pc:spChg>
        <pc:spChg chg="add del mod">
          <ac:chgData name="Aman Patial" userId="e3fd9069-1d14-4a0c-ae1d-8c3a2d937b00" providerId="ADAL" clId="{64323B54-D8AD-45D2-9FA4-B2C2EC33C07F}" dt="2024-05-08T07:38:36.312" v="9974" actId="478"/>
          <ac:spMkLst>
            <pc:docMk/>
            <pc:sldMk cId="1062106644" sldId="2504"/>
            <ac:spMk id="13" creationId="{F86C8BFB-A18C-9E6E-BB81-DDAE162329CA}"/>
          </ac:spMkLst>
        </pc:spChg>
        <pc:spChg chg="add mod">
          <ac:chgData name="Aman Patial" userId="e3fd9069-1d14-4a0c-ae1d-8c3a2d937b00" providerId="ADAL" clId="{64323B54-D8AD-45D2-9FA4-B2C2EC33C07F}" dt="2024-05-09T16:32:50.056" v="12697" actId="1076"/>
          <ac:spMkLst>
            <pc:docMk/>
            <pc:sldMk cId="1062106644" sldId="2504"/>
            <ac:spMk id="15" creationId="{E8FB1C05-56E6-B7CE-3779-477923F91FB6}"/>
          </ac:spMkLst>
        </pc:spChg>
        <pc:spChg chg="add mod">
          <ac:chgData name="Aman Patial" userId="e3fd9069-1d14-4a0c-ae1d-8c3a2d937b00" providerId="ADAL" clId="{64323B54-D8AD-45D2-9FA4-B2C2EC33C07F}" dt="2024-05-09T16:32:55.988" v="12698" actId="1076"/>
          <ac:spMkLst>
            <pc:docMk/>
            <pc:sldMk cId="1062106644" sldId="2504"/>
            <ac:spMk id="17" creationId="{74F46DEB-9E0F-FCC0-D1B2-101A80C32B18}"/>
          </ac:spMkLst>
        </pc:spChg>
        <pc:spChg chg="add del mod">
          <ac:chgData name="Aman Patial" userId="e3fd9069-1d14-4a0c-ae1d-8c3a2d937b00" providerId="ADAL" clId="{64323B54-D8AD-45D2-9FA4-B2C2EC33C07F}" dt="2024-05-09T16:36:58.236" v="12712" actId="478"/>
          <ac:spMkLst>
            <pc:docMk/>
            <pc:sldMk cId="1062106644" sldId="2504"/>
            <ac:spMk id="22" creationId="{85D5E93B-4532-082D-5E2E-BD486E486C67}"/>
          </ac:spMkLst>
        </pc:spChg>
        <pc:picChg chg="add del mod">
          <ac:chgData name="Aman Patial" userId="e3fd9069-1d14-4a0c-ae1d-8c3a2d937b00" providerId="ADAL" clId="{64323B54-D8AD-45D2-9FA4-B2C2EC33C07F}" dt="2024-05-08T07:45:37.937" v="10113" actId="21"/>
          <ac:picMkLst>
            <pc:docMk/>
            <pc:sldMk cId="1062106644" sldId="2504"/>
            <ac:picMk id="8" creationId="{958C8FFE-9B65-C102-6C65-1C6467E7045E}"/>
          </ac:picMkLst>
        </pc:picChg>
        <pc:picChg chg="add mod modCrop">
          <ac:chgData name="Aman Patial" userId="e3fd9069-1d14-4a0c-ae1d-8c3a2d937b00" providerId="ADAL" clId="{64323B54-D8AD-45D2-9FA4-B2C2EC33C07F}" dt="2024-05-09T16:02:35.457" v="12506" actId="14100"/>
          <ac:picMkLst>
            <pc:docMk/>
            <pc:sldMk cId="1062106644" sldId="2504"/>
            <ac:picMk id="9" creationId="{002C718F-A349-83F2-DEEC-F878D076C792}"/>
          </ac:picMkLst>
        </pc:picChg>
        <pc:picChg chg="add del mod">
          <ac:chgData name="Aman Patial" userId="e3fd9069-1d14-4a0c-ae1d-8c3a2d937b00" providerId="ADAL" clId="{64323B54-D8AD-45D2-9FA4-B2C2EC33C07F}" dt="2024-05-09T16:32:36.076" v="12695" actId="478"/>
          <ac:picMkLst>
            <pc:docMk/>
            <pc:sldMk cId="1062106644" sldId="2504"/>
            <ac:picMk id="12" creationId="{501704FA-24A7-3931-CBCB-E9AC1629B168}"/>
          </ac:picMkLst>
        </pc:picChg>
        <pc:picChg chg="add del mod">
          <ac:chgData name="Aman Patial" userId="e3fd9069-1d14-4a0c-ae1d-8c3a2d937b00" providerId="ADAL" clId="{64323B54-D8AD-45D2-9FA4-B2C2EC33C07F}" dt="2024-05-08T08:11:48.594" v="10557" actId="478"/>
          <ac:picMkLst>
            <pc:docMk/>
            <pc:sldMk cId="1062106644" sldId="2504"/>
            <ac:picMk id="18" creationId="{C4B91992-D89E-21EC-2805-A74F7E02F745}"/>
          </ac:picMkLst>
        </pc:picChg>
        <pc:picChg chg="add del mod modCrop">
          <ac:chgData name="Aman Patial" userId="e3fd9069-1d14-4a0c-ae1d-8c3a2d937b00" providerId="ADAL" clId="{64323B54-D8AD-45D2-9FA4-B2C2EC33C07F}" dt="2024-05-09T15:54:15.191" v="12408" actId="478"/>
          <ac:picMkLst>
            <pc:docMk/>
            <pc:sldMk cId="1062106644" sldId="2504"/>
            <ac:picMk id="19" creationId="{A9B814D0-525A-B652-8F77-CF7F9FEF2FA5}"/>
          </ac:picMkLst>
        </pc:picChg>
        <pc:picChg chg="add mod">
          <ac:chgData name="Aman Patial" userId="e3fd9069-1d14-4a0c-ae1d-8c3a2d937b00" providerId="ADAL" clId="{64323B54-D8AD-45D2-9FA4-B2C2EC33C07F}" dt="2024-05-09T16:37:03.792" v="12714" actId="1076"/>
          <ac:picMkLst>
            <pc:docMk/>
            <pc:sldMk cId="1062106644" sldId="2504"/>
            <ac:picMk id="20" creationId="{5555DEBF-BD24-BE9F-29E7-5668B4EB38D8}"/>
          </ac:picMkLst>
        </pc:picChg>
      </pc:sldChg>
      <pc:sldChg chg="addSp delSp modSp add mod">
        <pc:chgData name="Aman Patial" userId="e3fd9069-1d14-4a0c-ae1d-8c3a2d937b00" providerId="ADAL" clId="{64323B54-D8AD-45D2-9FA4-B2C2EC33C07F}" dt="2024-05-09T18:11:49.504" v="13189" actId="27636"/>
        <pc:sldMkLst>
          <pc:docMk/>
          <pc:sldMk cId="739795946" sldId="2505"/>
        </pc:sldMkLst>
        <pc:spChg chg="mod">
          <ac:chgData name="Aman Patial" userId="e3fd9069-1d14-4a0c-ae1d-8c3a2d937b00" providerId="ADAL" clId="{64323B54-D8AD-45D2-9FA4-B2C2EC33C07F}" dt="2024-05-08T09:13:15.991" v="11125" actId="27636"/>
          <ac:spMkLst>
            <pc:docMk/>
            <pc:sldMk cId="739795946" sldId="2505"/>
            <ac:spMk id="2" creationId="{7B4053F7-1903-6FAF-E857-7A5C97F47A9C}"/>
          </ac:spMkLst>
        </pc:spChg>
        <pc:spChg chg="mod">
          <ac:chgData name="Aman Patial" userId="e3fd9069-1d14-4a0c-ae1d-8c3a2d937b00" providerId="ADAL" clId="{64323B54-D8AD-45D2-9FA4-B2C2EC33C07F}" dt="2024-05-09T18:11:49.504" v="13189" actId="27636"/>
          <ac:spMkLst>
            <pc:docMk/>
            <pc:sldMk cId="739795946" sldId="2505"/>
            <ac:spMk id="3" creationId="{8DE66B9B-4DD8-B7CD-A87E-340338C381FC}"/>
          </ac:spMkLst>
        </pc:spChg>
        <pc:spChg chg="del">
          <ac:chgData name="Aman Patial" userId="e3fd9069-1d14-4a0c-ae1d-8c3a2d937b00" providerId="ADAL" clId="{64323B54-D8AD-45D2-9FA4-B2C2EC33C07F}" dt="2024-05-08T07:55:11.727" v="10248" actId="478"/>
          <ac:spMkLst>
            <pc:docMk/>
            <pc:sldMk cId="739795946" sldId="2505"/>
            <ac:spMk id="5" creationId="{66C771C9-B9CD-2FF2-5B56-08B81C5DF3A6}"/>
          </ac:spMkLst>
        </pc:spChg>
        <pc:spChg chg="del">
          <ac:chgData name="Aman Patial" userId="e3fd9069-1d14-4a0c-ae1d-8c3a2d937b00" providerId="ADAL" clId="{64323B54-D8AD-45D2-9FA4-B2C2EC33C07F}" dt="2024-05-08T07:55:14.834" v="10249" actId="478"/>
          <ac:spMkLst>
            <pc:docMk/>
            <pc:sldMk cId="739795946" sldId="2505"/>
            <ac:spMk id="7" creationId="{EE94D0B8-F982-2D48-E491-376D195E631E}"/>
          </ac:spMkLst>
        </pc:spChg>
        <pc:spChg chg="del">
          <ac:chgData name="Aman Patial" userId="e3fd9069-1d14-4a0c-ae1d-8c3a2d937b00" providerId="ADAL" clId="{64323B54-D8AD-45D2-9FA4-B2C2EC33C07F}" dt="2024-05-08T07:55:05.427" v="10246" actId="478"/>
          <ac:spMkLst>
            <pc:docMk/>
            <pc:sldMk cId="739795946" sldId="2505"/>
            <ac:spMk id="8" creationId="{9732AA39-4A7A-A1F0-25E7-93F0668A0F6B}"/>
          </ac:spMkLst>
        </pc:spChg>
        <pc:spChg chg="add mod">
          <ac:chgData name="Aman Patial" userId="e3fd9069-1d14-4a0c-ae1d-8c3a2d937b00" providerId="ADAL" clId="{64323B54-D8AD-45D2-9FA4-B2C2EC33C07F}" dt="2024-05-09T16:30:39.456" v="12689" actId="113"/>
          <ac:spMkLst>
            <pc:docMk/>
            <pc:sldMk cId="739795946" sldId="2505"/>
            <ac:spMk id="9" creationId="{3EC11E26-EB57-54B1-3151-3541A61DCC88}"/>
          </ac:spMkLst>
        </pc:spChg>
        <pc:spChg chg="add del mod">
          <ac:chgData name="Aman Patial" userId="e3fd9069-1d14-4a0c-ae1d-8c3a2d937b00" providerId="ADAL" clId="{64323B54-D8AD-45D2-9FA4-B2C2EC33C07F}" dt="2024-05-08T08:55:29.701" v="10925" actId="478"/>
          <ac:spMkLst>
            <pc:docMk/>
            <pc:sldMk cId="739795946" sldId="2505"/>
            <ac:spMk id="10" creationId="{8D93FD6D-D5F4-9E24-E849-DF127A3A23A9}"/>
          </ac:spMkLst>
        </pc:spChg>
        <pc:spChg chg="add del mod">
          <ac:chgData name="Aman Patial" userId="e3fd9069-1d14-4a0c-ae1d-8c3a2d937b00" providerId="ADAL" clId="{64323B54-D8AD-45D2-9FA4-B2C2EC33C07F}" dt="2024-05-08T09:09:48.103" v="11091" actId="478"/>
          <ac:spMkLst>
            <pc:docMk/>
            <pc:sldMk cId="739795946" sldId="2505"/>
            <ac:spMk id="11" creationId="{C90A5D90-3900-E913-2F8E-4659BF2F6944}"/>
          </ac:spMkLst>
        </pc:spChg>
        <pc:spChg chg="del">
          <ac:chgData name="Aman Patial" userId="e3fd9069-1d14-4a0c-ae1d-8c3a2d937b00" providerId="ADAL" clId="{64323B54-D8AD-45D2-9FA4-B2C2EC33C07F}" dt="2024-05-08T07:55:02.784" v="10245" actId="478"/>
          <ac:spMkLst>
            <pc:docMk/>
            <pc:sldMk cId="739795946" sldId="2505"/>
            <ac:spMk id="12" creationId="{BB6E6BE9-0F5D-4573-09F2-9A736B9566B1}"/>
          </ac:spMkLst>
        </pc:spChg>
        <pc:spChg chg="add del mod">
          <ac:chgData name="Aman Patial" userId="e3fd9069-1d14-4a0c-ae1d-8c3a2d937b00" providerId="ADAL" clId="{64323B54-D8AD-45D2-9FA4-B2C2EC33C07F}" dt="2024-05-09T16:14:38.058" v="12537" actId="478"/>
          <ac:spMkLst>
            <pc:docMk/>
            <pc:sldMk cId="739795946" sldId="2505"/>
            <ac:spMk id="13" creationId="{19410E18-52D9-9794-0209-F4CC1F9362C3}"/>
          </ac:spMkLst>
        </pc:spChg>
        <pc:spChg chg="add del mod">
          <ac:chgData name="Aman Patial" userId="e3fd9069-1d14-4a0c-ae1d-8c3a2d937b00" providerId="ADAL" clId="{64323B54-D8AD-45D2-9FA4-B2C2EC33C07F}" dt="2024-05-09T16:14:39.953" v="12538" actId="478"/>
          <ac:spMkLst>
            <pc:docMk/>
            <pc:sldMk cId="739795946" sldId="2505"/>
            <ac:spMk id="14" creationId="{46347882-2486-F2D4-E27F-89A6D083CCAF}"/>
          </ac:spMkLst>
        </pc:spChg>
        <pc:spChg chg="del">
          <ac:chgData name="Aman Patial" userId="e3fd9069-1d14-4a0c-ae1d-8c3a2d937b00" providerId="ADAL" clId="{64323B54-D8AD-45D2-9FA4-B2C2EC33C07F}" dt="2024-05-08T07:55:08.598" v="10247" actId="478"/>
          <ac:spMkLst>
            <pc:docMk/>
            <pc:sldMk cId="739795946" sldId="2505"/>
            <ac:spMk id="15" creationId="{C90A5D90-3900-E913-2F8E-4659BF2F6944}"/>
          </ac:spMkLst>
        </pc:spChg>
        <pc:spChg chg="add mod">
          <ac:chgData name="Aman Patial" userId="e3fd9069-1d14-4a0c-ae1d-8c3a2d937b00" providerId="ADAL" clId="{64323B54-D8AD-45D2-9FA4-B2C2EC33C07F}" dt="2024-05-09T17:01:02.449" v="12887" actId="1076"/>
          <ac:spMkLst>
            <pc:docMk/>
            <pc:sldMk cId="739795946" sldId="2505"/>
            <ac:spMk id="17" creationId="{EE94D0B8-F982-2D48-E491-376D195E631E}"/>
          </ac:spMkLst>
        </pc:spChg>
        <pc:picChg chg="add mod">
          <ac:chgData name="Aman Patial" userId="e3fd9069-1d14-4a0c-ae1d-8c3a2d937b00" providerId="ADAL" clId="{64323B54-D8AD-45D2-9FA4-B2C2EC33C07F}" dt="2024-05-09T18:07:43.252" v="13174" actId="1076"/>
          <ac:picMkLst>
            <pc:docMk/>
            <pc:sldMk cId="739795946" sldId="2505"/>
            <ac:picMk id="4" creationId="{56E3519E-7D0E-B083-16DF-6C4D985A7E3E}"/>
          </ac:picMkLst>
        </pc:picChg>
        <pc:picChg chg="add del mod modCrop">
          <ac:chgData name="Aman Patial" userId="e3fd9069-1d14-4a0c-ae1d-8c3a2d937b00" providerId="ADAL" clId="{64323B54-D8AD-45D2-9FA4-B2C2EC33C07F}" dt="2024-05-08T09:06:58.666" v="11064" actId="478"/>
          <ac:picMkLst>
            <pc:docMk/>
            <pc:sldMk cId="739795946" sldId="2505"/>
            <ac:picMk id="4" creationId="{9F97E30C-ABC8-9C19-9AAB-3D838E471BA8}"/>
          </ac:picMkLst>
        </pc:picChg>
        <pc:picChg chg="add del mod">
          <ac:chgData name="Aman Patial" userId="e3fd9069-1d14-4a0c-ae1d-8c3a2d937b00" providerId="ADAL" clId="{64323B54-D8AD-45D2-9FA4-B2C2EC33C07F}" dt="2024-05-08T08:54:46.680" v="10922" actId="478"/>
          <ac:picMkLst>
            <pc:docMk/>
            <pc:sldMk cId="739795946" sldId="2505"/>
            <ac:picMk id="16" creationId="{41723670-DC6F-084F-C0CD-D12999F499AC}"/>
          </ac:picMkLst>
        </pc:picChg>
        <pc:picChg chg="add mod modCrop">
          <ac:chgData name="Aman Patial" userId="e3fd9069-1d14-4a0c-ae1d-8c3a2d937b00" providerId="ADAL" clId="{64323B54-D8AD-45D2-9FA4-B2C2EC33C07F}" dt="2024-05-09T16:56:35.247" v="12873" actId="1076"/>
          <ac:picMkLst>
            <pc:docMk/>
            <pc:sldMk cId="739795946" sldId="2505"/>
            <ac:picMk id="19" creationId="{A741C80F-9ECD-A591-73E1-7D766BF3E4EB}"/>
          </ac:picMkLst>
        </pc:picChg>
        <pc:picChg chg="add del mod modCrop">
          <ac:chgData name="Aman Patial" userId="e3fd9069-1d14-4a0c-ae1d-8c3a2d937b00" providerId="ADAL" clId="{64323B54-D8AD-45D2-9FA4-B2C2EC33C07F}" dt="2024-05-09T16:14:17.054" v="12533" actId="478"/>
          <ac:picMkLst>
            <pc:docMk/>
            <pc:sldMk cId="739795946" sldId="2505"/>
            <ac:picMk id="21" creationId="{368118C6-7839-F0FB-F330-A99B65902538}"/>
          </ac:picMkLst>
        </pc:picChg>
        <pc:picChg chg="del">
          <ac:chgData name="Aman Patial" userId="e3fd9069-1d14-4a0c-ae1d-8c3a2d937b00" providerId="ADAL" clId="{64323B54-D8AD-45D2-9FA4-B2C2EC33C07F}" dt="2024-05-08T07:55:16.794" v="10250" actId="478"/>
          <ac:picMkLst>
            <pc:docMk/>
            <pc:sldMk cId="739795946" sldId="2505"/>
            <ac:picMk id="8194" creationId="{3578ECBC-4888-611C-E5DF-0395B2D765CE}"/>
          </ac:picMkLst>
        </pc:picChg>
      </pc:sldChg>
      <pc:sldChg chg="addSp delSp modSp add mod">
        <pc:chgData name="Aman Patial" userId="e3fd9069-1d14-4a0c-ae1d-8c3a2d937b00" providerId="ADAL" clId="{64323B54-D8AD-45D2-9FA4-B2C2EC33C07F}" dt="2024-05-09T18:11:32.943" v="13184" actId="1076"/>
        <pc:sldMkLst>
          <pc:docMk/>
          <pc:sldMk cId="513645978" sldId="2506"/>
        </pc:sldMkLst>
        <pc:spChg chg="del">
          <ac:chgData name="Aman Patial" userId="e3fd9069-1d14-4a0c-ae1d-8c3a2d937b00" providerId="ADAL" clId="{64323B54-D8AD-45D2-9FA4-B2C2EC33C07F}" dt="2024-05-09T15:24:03.292" v="12271" actId="478"/>
          <ac:spMkLst>
            <pc:docMk/>
            <pc:sldMk cId="513645978" sldId="2506"/>
            <ac:spMk id="3" creationId="{6E996C68-B9F4-8447-B980-E6005CB5EB60}"/>
          </ac:spMkLst>
        </pc:spChg>
        <pc:spChg chg="mod">
          <ac:chgData name="Aman Patial" userId="e3fd9069-1d14-4a0c-ae1d-8c3a2d937b00" providerId="ADAL" clId="{64323B54-D8AD-45D2-9FA4-B2C2EC33C07F}" dt="2024-05-09T15:32:52.845" v="12335" actId="207"/>
          <ac:spMkLst>
            <pc:docMk/>
            <pc:sldMk cId="513645978" sldId="2506"/>
            <ac:spMk id="12" creationId="{CDB29045-C0A6-540A-7F1E-A1D5448821FF}"/>
          </ac:spMkLst>
        </pc:spChg>
        <pc:spChg chg="mod">
          <ac:chgData name="Aman Patial" userId="e3fd9069-1d14-4a0c-ae1d-8c3a2d937b00" providerId="ADAL" clId="{64323B54-D8AD-45D2-9FA4-B2C2EC33C07F}" dt="2024-05-09T15:23:25.643" v="12269" actId="207"/>
          <ac:spMkLst>
            <pc:docMk/>
            <pc:sldMk cId="513645978" sldId="2506"/>
            <ac:spMk id="13" creationId="{40A116E2-7C11-2902-716E-8A6691A1F198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14" creationId="{EFED825F-55FD-0A87-CDE6-FE1529633031}"/>
          </ac:spMkLst>
        </pc:spChg>
        <pc:spChg chg="mod">
          <ac:chgData name="Aman Patial" userId="e3fd9069-1d14-4a0c-ae1d-8c3a2d937b00" providerId="ADAL" clId="{64323B54-D8AD-45D2-9FA4-B2C2EC33C07F}" dt="2024-05-09T15:32:46.991" v="12334" actId="207"/>
          <ac:spMkLst>
            <pc:docMk/>
            <pc:sldMk cId="513645978" sldId="2506"/>
            <ac:spMk id="15" creationId="{AA98A49A-6DA6-A630-E25B-F5E62C29CDEB}"/>
          </ac:spMkLst>
        </pc:spChg>
        <pc:spChg chg="mod">
          <ac:chgData name="Aman Patial" userId="e3fd9069-1d14-4a0c-ae1d-8c3a2d937b00" providerId="ADAL" clId="{64323B54-D8AD-45D2-9FA4-B2C2EC33C07F}" dt="2024-05-09T15:23:22.315" v="12268" actId="207"/>
          <ac:spMkLst>
            <pc:docMk/>
            <pc:sldMk cId="513645978" sldId="2506"/>
            <ac:spMk id="16" creationId="{9255AC09-C496-7C84-5C74-3DC91D9DABDB}"/>
          </ac:spMkLst>
        </pc:spChg>
        <pc:spChg chg="mod">
          <ac:chgData name="Aman Patial" userId="e3fd9069-1d14-4a0c-ae1d-8c3a2d937b00" providerId="ADAL" clId="{64323B54-D8AD-45D2-9FA4-B2C2EC33C07F}" dt="2024-05-09T15:32:40.753" v="12333" actId="207"/>
          <ac:spMkLst>
            <pc:docMk/>
            <pc:sldMk cId="513645978" sldId="2506"/>
            <ac:spMk id="17" creationId="{D23D543D-28F6-8F58-072D-2F35854F339A}"/>
          </ac:spMkLst>
        </pc:spChg>
        <pc:spChg chg="mod">
          <ac:chgData name="Aman Patial" userId="e3fd9069-1d14-4a0c-ae1d-8c3a2d937b00" providerId="ADAL" clId="{64323B54-D8AD-45D2-9FA4-B2C2EC33C07F}" dt="2024-05-09T15:23:16.131" v="12267" actId="207"/>
          <ac:spMkLst>
            <pc:docMk/>
            <pc:sldMk cId="513645978" sldId="2506"/>
            <ac:spMk id="18" creationId="{DD9F6401-41A8-FDE5-596C-B9F6B1FBE29D}"/>
          </ac:spMkLst>
        </pc:spChg>
        <pc:spChg chg="mod">
          <ac:chgData name="Aman Patial" userId="e3fd9069-1d14-4a0c-ae1d-8c3a2d937b00" providerId="ADAL" clId="{64323B54-D8AD-45D2-9FA4-B2C2EC33C07F}" dt="2024-05-09T15:32:34.313" v="12332" actId="207"/>
          <ac:spMkLst>
            <pc:docMk/>
            <pc:sldMk cId="513645978" sldId="2506"/>
            <ac:spMk id="19" creationId="{E22B957A-408F-1924-C656-ED0BFB2F534F}"/>
          </ac:spMkLst>
        </pc:spChg>
        <pc:spChg chg="mod">
          <ac:chgData name="Aman Patial" userId="e3fd9069-1d14-4a0c-ae1d-8c3a2d937b00" providerId="ADAL" clId="{64323B54-D8AD-45D2-9FA4-B2C2EC33C07F}" dt="2024-05-09T15:23:12.135" v="12266" actId="207"/>
          <ac:spMkLst>
            <pc:docMk/>
            <pc:sldMk cId="513645978" sldId="2506"/>
            <ac:spMk id="20" creationId="{98818F47-3AD7-56C0-00A7-3FECC5063FE4}"/>
          </ac:spMkLst>
        </pc:spChg>
        <pc:spChg chg="mod">
          <ac:chgData name="Aman Patial" userId="e3fd9069-1d14-4a0c-ae1d-8c3a2d937b00" providerId="ADAL" clId="{64323B54-D8AD-45D2-9FA4-B2C2EC33C07F}" dt="2024-05-09T15:32:27.618" v="12331" actId="207"/>
          <ac:spMkLst>
            <pc:docMk/>
            <pc:sldMk cId="513645978" sldId="2506"/>
            <ac:spMk id="21" creationId="{A1F748BC-DDB8-E451-730E-8D70A8457321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22" creationId="{B02E03D9-32D8-7ED5-2219-08D1EFC68FFD}"/>
          </ac:spMkLst>
        </pc:spChg>
        <pc:spChg chg="mod">
          <ac:chgData name="Aman Patial" userId="e3fd9069-1d14-4a0c-ae1d-8c3a2d937b00" providerId="ADAL" clId="{64323B54-D8AD-45D2-9FA4-B2C2EC33C07F}" dt="2024-05-09T15:23:07.645" v="12265" actId="207"/>
          <ac:spMkLst>
            <pc:docMk/>
            <pc:sldMk cId="513645978" sldId="2506"/>
            <ac:spMk id="23" creationId="{66023391-DCF3-6EB9-87CD-F697B8662129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24" creationId="{F92D3B66-6644-49B7-C4A8-ED6DE89270E7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25" creationId="{64FF6283-B2B7-8B98-5909-AC9C2CDBA15E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26" creationId="{B6A819FC-8F72-7D60-7CCF-CFAEEA1DFD0A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27" creationId="{FB07466B-B015-62E7-78E0-00B82A1432DD}"/>
          </ac:spMkLst>
        </pc:spChg>
        <pc:spChg chg="mod">
          <ac:chgData name="Aman Patial" userId="e3fd9069-1d14-4a0c-ae1d-8c3a2d937b00" providerId="ADAL" clId="{64323B54-D8AD-45D2-9FA4-B2C2EC33C07F}" dt="2024-05-09T15:35:57.596" v="12352" actId="1036"/>
          <ac:spMkLst>
            <pc:docMk/>
            <pc:sldMk cId="513645978" sldId="2506"/>
            <ac:spMk id="28" creationId="{A979ECD7-5CBF-7E27-DF6A-9E877931A935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29" creationId="{B22F9090-1C40-DDC7-C605-3C4EFD5F7AC9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30" creationId="{7427E411-7FCF-5693-639D-198FC510C323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31" creationId="{7301794A-6227-8690-0DAA-BCCCD18E443D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32" creationId="{EDEF924E-96F8-23B8-E0EE-4F84962CDDB9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33" creationId="{45338B3E-C17B-B4A7-0E10-4C2AA963AF6C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34" creationId="{F483851C-F62A-896E-0182-2DEA0EC29C7E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1" creationId="{8EC689C9-D01C-7686-142F-A5E964F7CB81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2" creationId="{B56674A8-AC76-3D33-1E37-BDDD458F7E1B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3" creationId="{2B231204-5C54-DEE3-BBA1-5CD6E4FDA3A2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4" creationId="{BDAA3DFE-4EC0-BDA9-25E9-C1E8AC1DCBE1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5" creationId="{E7F3C42E-ECB1-4324-5161-95A2749ED888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6" creationId="{B84CCCA6-90F2-3385-7B76-E57448AB053B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7" creationId="{DEE83295-1C99-3D52-C984-FCCD93A84402}"/>
          </ac:spMkLst>
        </pc:spChg>
        <pc:spChg chg="del">
          <ac:chgData name="Aman Patial" userId="e3fd9069-1d14-4a0c-ae1d-8c3a2d937b00" providerId="ADAL" clId="{64323B54-D8AD-45D2-9FA4-B2C2EC33C07F}" dt="2024-05-09T15:00:43.629" v="12107" actId="478"/>
          <ac:spMkLst>
            <pc:docMk/>
            <pc:sldMk cId="513645978" sldId="2506"/>
            <ac:spMk id="48" creationId="{FB1BBB59-A8FD-C855-16B2-4FDF6C8476FD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49" creationId="{ED825BA7-03F3-5A22-6C09-8747713DC0B4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50" creationId="{36C0C6CC-DF64-B62D-68CE-98F16615C570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51" creationId="{F1FDB447-AE37-5366-ACC9-573DE7F2B65B}"/>
          </ac:spMkLst>
        </pc:spChg>
        <pc:spChg chg="mod">
          <ac:chgData name="Aman Patial" userId="e3fd9069-1d14-4a0c-ae1d-8c3a2d937b00" providerId="ADAL" clId="{64323B54-D8AD-45D2-9FA4-B2C2EC33C07F}" dt="2024-05-09T15:23:03.024" v="12264" actId="207"/>
          <ac:spMkLst>
            <pc:docMk/>
            <pc:sldMk cId="513645978" sldId="2506"/>
            <ac:spMk id="52" creationId="{080F2810-5630-5ADB-EFD1-10397513ED0D}"/>
          </ac:spMkLst>
        </pc:spChg>
        <pc:spChg chg="add del">
          <ac:chgData name="Aman Patial" userId="e3fd9069-1d14-4a0c-ae1d-8c3a2d937b00" providerId="ADAL" clId="{64323B54-D8AD-45D2-9FA4-B2C2EC33C07F}" dt="2024-05-09T14:59:15.388" v="12084" actId="22"/>
          <ac:spMkLst>
            <pc:docMk/>
            <pc:sldMk cId="513645978" sldId="2506"/>
            <ac:spMk id="53" creationId="{855C72DD-C480-DE81-2228-9F0FCE393E65}"/>
          </ac:spMkLst>
        </pc:spChg>
        <pc:spChg chg="add mod">
          <ac:chgData name="Aman Patial" userId="e3fd9069-1d14-4a0c-ae1d-8c3a2d937b00" providerId="ADAL" clId="{64323B54-D8AD-45D2-9FA4-B2C2EC33C07F}" dt="2024-05-09T15:23:28.954" v="12270" actId="207"/>
          <ac:spMkLst>
            <pc:docMk/>
            <pc:sldMk cId="513645978" sldId="2506"/>
            <ac:spMk id="54" creationId="{AAB32509-E515-8E11-35F6-0F92B96C6F05}"/>
          </ac:spMkLst>
        </pc:spChg>
        <pc:spChg chg="add mod">
          <ac:chgData name="Aman Patial" userId="e3fd9069-1d14-4a0c-ae1d-8c3a2d937b00" providerId="ADAL" clId="{64323B54-D8AD-45D2-9FA4-B2C2EC33C07F}" dt="2024-05-09T15:13:00.066" v="12260" actId="1035"/>
          <ac:spMkLst>
            <pc:docMk/>
            <pc:sldMk cId="513645978" sldId="2506"/>
            <ac:spMk id="55" creationId="{7798733A-EBD3-3DEA-5300-84A818893425}"/>
          </ac:spMkLst>
        </pc:spChg>
        <pc:spChg chg="add mod">
          <ac:chgData name="Aman Patial" userId="e3fd9069-1d14-4a0c-ae1d-8c3a2d937b00" providerId="ADAL" clId="{64323B54-D8AD-45D2-9FA4-B2C2EC33C07F}" dt="2024-05-09T15:13:04.531" v="12261" actId="1076"/>
          <ac:spMkLst>
            <pc:docMk/>
            <pc:sldMk cId="513645978" sldId="2506"/>
            <ac:spMk id="56" creationId="{4A682BA2-F0AB-9261-378D-CF66D6AB8C49}"/>
          </ac:spMkLst>
        </pc:spChg>
        <pc:spChg chg="add mod ord">
          <ac:chgData name="Aman Patial" userId="e3fd9069-1d14-4a0c-ae1d-8c3a2d937b00" providerId="ADAL" clId="{64323B54-D8AD-45D2-9FA4-B2C2EC33C07F}" dt="2024-05-09T15:35:42.923" v="12338" actId="207"/>
          <ac:spMkLst>
            <pc:docMk/>
            <pc:sldMk cId="513645978" sldId="2506"/>
            <ac:spMk id="57" creationId="{F7B1BDC1-BE9F-C12F-B1DB-6997F239CCFA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65" creationId="{B9DB2252-B27E-7616-646B-971E18B9CED9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66" creationId="{D01F7D48-C6C7-A13F-9607-31E2042C69AE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67" creationId="{684972B3-2810-5816-BB7A-1A0E1CE7D0CC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68" creationId="{34F87AD9-47CB-5F83-05A6-A43AE7FF8BDF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69" creationId="{52AE20F4-C122-DE33-A417-127CE3D8ABFB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0" creationId="{86FD0D1D-83CD-420A-0B8E-57C0EEA69F40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1" creationId="{3C03560E-0E8D-E49F-D36B-A706293FB2B5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2" creationId="{7911C3A3-DD8A-258B-AEDC-0FC243D2EAF1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3" creationId="{9710E224-A273-D3D1-927E-CA40EB7431DA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4" creationId="{160CAB55-86D2-17D0-8EDE-964B6EC0FAB2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5" creationId="{E05BC5E2-0F25-D90C-E956-5854D0B6055D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6" creationId="{569F4563-7E22-C44F-5A5A-1FEA1F160DDE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7" creationId="{DBE9EE5B-46A0-7B81-2BBC-97E4AE309A2C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8" creationId="{EB9F4D7F-5B05-E0CA-7BA6-A420A1E43473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79" creationId="{2CC4ABA4-4323-DC78-88A9-1EDED5E6CE8A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0" creationId="{1F9C4B0A-2055-38A4-32C0-E3421D06DC62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1" creationId="{5951FC08-70FD-15DB-1154-679D252088D1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2" creationId="{F5C63996-31D8-3F7C-B586-B66F4A1209F1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3" creationId="{E5269D7B-CE22-E356-90A1-DB46AF337D42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4" creationId="{3F12C8E3-AB5E-82EE-8FC8-8B72741D3054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5" creationId="{0664F417-BCDC-F47F-B380-863EB943D44B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6" creationId="{317813F8-2D73-D806-8414-C03EC0341B47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87" creationId="{6A20C180-7087-4416-6AFC-4365838814EF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0" creationId="{0859BD32-C85B-6048-99F8-823869223004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4" creationId="{BBFBF80B-B2C4-EC77-7815-C41F7C4A4432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5" creationId="{78A7463A-4C29-8C54-6951-4838082CC836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6" creationId="{14244CC2-1D95-B588-2C27-D12BDCEFA4AC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7" creationId="{AFFF907D-B14D-214A-C4F9-774CE6DED5C2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8" creationId="{DDD8EBC6-19E5-9422-8E95-11918A87CE6B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99" creationId="{1AA3F8CD-99FC-A96B-F3E2-2D2174948A73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100" creationId="{30821CE2-79D5-3BC7-B6C1-FB9841E7C3F1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101" creationId="{AE20B130-661D-2093-16F8-6889427F062E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102" creationId="{7527B55A-2653-ED07-3E39-9F9CE82B00DC}"/>
          </ac:spMkLst>
        </pc:spChg>
        <pc:spChg chg="mod">
          <ac:chgData name="Aman Patial" userId="e3fd9069-1d14-4a0c-ae1d-8c3a2d937b00" providerId="ADAL" clId="{64323B54-D8AD-45D2-9FA4-B2C2EC33C07F}" dt="2024-05-09T15:07:47.194" v="12170" actId="571"/>
          <ac:spMkLst>
            <pc:docMk/>
            <pc:sldMk cId="513645978" sldId="2506"/>
            <ac:spMk id="103" creationId="{B41B2CCA-7691-B9B8-241E-14FF2098D21B}"/>
          </ac:spMkLst>
        </pc:spChg>
        <pc:spChg chg="add mod">
          <ac:chgData name="Aman Patial" userId="e3fd9069-1d14-4a0c-ae1d-8c3a2d937b00" providerId="ADAL" clId="{64323B54-D8AD-45D2-9FA4-B2C2EC33C07F}" dt="2024-05-09T15:08:19.666" v="12176"/>
          <ac:spMkLst>
            <pc:docMk/>
            <pc:sldMk cId="513645978" sldId="2506"/>
            <ac:spMk id="104" creationId="{157A934A-F512-EB5A-AC37-3C4FBF7B5263}"/>
          </ac:spMkLst>
        </pc:spChg>
        <pc:spChg chg="add mod">
          <ac:chgData name="Aman Patial" userId="e3fd9069-1d14-4a0c-ae1d-8c3a2d937b00" providerId="ADAL" clId="{64323B54-D8AD-45D2-9FA4-B2C2EC33C07F}" dt="2024-05-09T15:09:28.041" v="12210" actId="1076"/>
          <ac:spMkLst>
            <pc:docMk/>
            <pc:sldMk cId="513645978" sldId="2506"/>
            <ac:spMk id="106" creationId="{CCAD861F-C1E8-B1E5-AE13-6956B3A8FF8F}"/>
          </ac:spMkLst>
        </pc:spChg>
        <pc:spChg chg="add mod">
          <ac:chgData name="Aman Patial" userId="e3fd9069-1d14-4a0c-ae1d-8c3a2d937b00" providerId="ADAL" clId="{64323B54-D8AD-45D2-9FA4-B2C2EC33C07F}" dt="2024-05-09T18:11:32.943" v="13184" actId="1076"/>
          <ac:spMkLst>
            <pc:docMk/>
            <pc:sldMk cId="513645978" sldId="2506"/>
            <ac:spMk id="108" creationId="{6CD1B4AF-45F7-7972-E4E3-E365C1BE78AD}"/>
          </ac:spMkLst>
        </pc:spChg>
        <pc:grpChg chg="mod">
          <ac:chgData name="Aman Patial" userId="e3fd9069-1d14-4a0c-ae1d-8c3a2d937b00" providerId="ADAL" clId="{64323B54-D8AD-45D2-9FA4-B2C2EC33C07F}" dt="2024-05-09T15:35:50.555" v="12340" actId="1076"/>
          <ac:grpSpMkLst>
            <pc:docMk/>
            <pc:sldMk cId="513645978" sldId="2506"/>
            <ac:grpSpMk id="4" creationId="{9A310DF1-32DB-7DA7-D9D4-9CAD5CEC541B}"/>
          </ac:grpSpMkLst>
        </pc:grpChg>
        <pc:grpChg chg="mod">
          <ac:chgData name="Aman Patial" userId="e3fd9069-1d14-4a0c-ae1d-8c3a2d937b00" providerId="ADAL" clId="{64323B54-D8AD-45D2-9FA4-B2C2EC33C07F}" dt="2024-05-09T15:23:03.024" v="12264" actId="207"/>
          <ac:grpSpMkLst>
            <pc:docMk/>
            <pc:sldMk cId="513645978" sldId="2506"/>
            <ac:grpSpMk id="35" creationId="{A16A2D37-0CF2-9349-193A-639C547DAE9F}"/>
          </ac:grpSpMkLst>
        </pc:grpChg>
        <pc:grpChg chg="mod">
          <ac:chgData name="Aman Patial" userId="e3fd9069-1d14-4a0c-ae1d-8c3a2d937b00" providerId="ADAL" clId="{64323B54-D8AD-45D2-9FA4-B2C2EC33C07F}" dt="2024-05-09T15:23:03.024" v="12264" actId="207"/>
          <ac:grpSpMkLst>
            <pc:docMk/>
            <pc:sldMk cId="513645978" sldId="2506"/>
            <ac:grpSpMk id="36" creationId="{FF6B229F-3B04-9862-1A5B-184CE6DC65C0}"/>
          </ac:grpSpMkLst>
        </pc:grpChg>
        <pc:grpChg chg="del">
          <ac:chgData name="Aman Patial" userId="e3fd9069-1d14-4a0c-ae1d-8c3a2d937b00" providerId="ADAL" clId="{64323B54-D8AD-45D2-9FA4-B2C2EC33C07F}" dt="2024-05-09T15:00:43.629" v="12107" actId="478"/>
          <ac:grpSpMkLst>
            <pc:docMk/>
            <pc:sldMk cId="513645978" sldId="2506"/>
            <ac:grpSpMk id="37" creationId="{A1981CDE-D5AE-8D09-7D1B-38549755406F}"/>
          </ac:grpSpMkLst>
        </pc:grpChg>
        <pc:grpChg chg="mod">
          <ac:chgData name="Aman Patial" userId="e3fd9069-1d14-4a0c-ae1d-8c3a2d937b00" providerId="ADAL" clId="{64323B54-D8AD-45D2-9FA4-B2C2EC33C07F}" dt="2024-05-09T15:23:03.024" v="12264" actId="207"/>
          <ac:grpSpMkLst>
            <pc:docMk/>
            <pc:sldMk cId="513645978" sldId="2506"/>
            <ac:grpSpMk id="38" creationId="{E8E37BB5-614C-3C7F-9A55-72C2DB63A9F2}"/>
          </ac:grpSpMkLst>
        </pc:grpChg>
        <pc:grpChg chg="mod">
          <ac:chgData name="Aman Patial" userId="e3fd9069-1d14-4a0c-ae1d-8c3a2d937b00" providerId="ADAL" clId="{64323B54-D8AD-45D2-9FA4-B2C2EC33C07F}" dt="2024-05-09T15:23:03.024" v="12264" actId="207"/>
          <ac:grpSpMkLst>
            <pc:docMk/>
            <pc:sldMk cId="513645978" sldId="2506"/>
            <ac:grpSpMk id="39" creationId="{842B9158-B89F-7ACB-767A-40D4E3700F64}"/>
          </ac:grpSpMkLst>
        </pc:grpChg>
        <pc:grpChg chg="mod">
          <ac:chgData name="Aman Patial" userId="e3fd9069-1d14-4a0c-ae1d-8c3a2d937b00" providerId="ADAL" clId="{64323B54-D8AD-45D2-9FA4-B2C2EC33C07F}" dt="2024-05-09T15:23:03.024" v="12264" actId="207"/>
          <ac:grpSpMkLst>
            <pc:docMk/>
            <pc:sldMk cId="513645978" sldId="2506"/>
            <ac:grpSpMk id="40" creationId="{CA5E9912-BA4E-C6A5-3D83-319508078F0B}"/>
          </ac:grpSpMkLst>
        </pc:grpChg>
        <pc:grpChg chg="add mod">
          <ac:chgData name="Aman Patial" userId="e3fd9069-1d14-4a0c-ae1d-8c3a2d937b00" providerId="ADAL" clId="{64323B54-D8AD-45D2-9FA4-B2C2EC33C07F}" dt="2024-05-09T15:07:47.194" v="12170" actId="571"/>
          <ac:grpSpMkLst>
            <pc:docMk/>
            <pc:sldMk cId="513645978" sldId="2506"/>
            <ac:grpSpMk id="58" creationId="{3F0669D6-D2D3-F65E-C717-469969166DE7}"/>
          </ac:grpSpMkLst>
        </pc:grpChg>
        <pc:grpChg chg="mod">
          <ac:chgData name="Aman Patial" userId="e3fd9069-1d14-4a0c-ae1d-8c3a2d937b00" providerId="ADAL" clId="{64323B54-D8AD-45D2-9FA4-B2C2EC33C07F}" dt="2024-05-09T15:07:47.194" v="12170" actId="571"/>
          <ac:grpSpMkLst>
            <pc:docMk/>
            <pc:sldMk cId="513645978" sldId="2506"/>
            <ac:grpSpMk id="88" creationId="{B9CE872E-F56A-042D-AC19-A802A87B224B}"/>
          </ac:grpSpMkLst>
        </pc:grpChg>
        <pc:grpChg chg="mod">
          <ac:chgData name="Aman Patial" userId="e3fd9069-1d14-4a0c-ae1d-8c3a2d937b00" providerId="ADAL" clId="{64323B54-D8AD-45D2-9FA4-B2C2EC33C07F}" dt="2024-05-09T15:07:47.194" v="12170" actId="571"/>
          <ac:grpSpMkLst>
            <pc:docMk/>
            <pc:sldMk cId="513645978" sldId="2506"/>
            <ac:grpSpMk id="89" creationId="{AF9CF656-07B8-5F44-55C6-84FB952C9A66}"/>
          </ac:grpSpMkLst>
        </pc:grpChg>
        <pc:grpChg chg="mod">
          <ac:chgData name="Aman Patial" userId="e3fd9069-1d14-4a0c-ae1d-8c3a2d937b00" providerId="ADAL" clId="{64323B54-D8AD-45D2-9FA4-B2C2EC33C07F}" dt="2024-05-09T15:07:47.194" v="12170" actId="571"/>
          <ac:grpSpMkLst>
            <pc:docMk/>
            <pc:sldMk cId="513645978" sldId="2506"/>
            <ac:grpSpMk id="91" creationId="{AC209BE7-F8AB-904F-9242-3B5DC81BD424}"/>
          </ac:grpSpMkLst>
        </pc:grpChg>
        <pc:grpChg chg="mod">
          <ac:chgData name="Aman Patial" userId="e3fd9069-1d14-4a0c-ae1d-8c3a2d937b00" providerId="ADAL" clId="{64323B54-D8AD-45D2-9FA4-B2C2EC33C07F}" dt="2024-05-09T15:07:47.194" v="12170" actId="571"/>
          <ac:grpSpMkLst>
            <pc:docMk/>
            <pc:sldMk cId="513645978" sldId="2506"/>
            <ac:grpSpMk id="92" creationId="{854EF5C4-ED1C-7F4A-BBB5-E56052CA3FAD}"/>
          </ac:grpSpMkLst>
        </pc:grpChg>
        <pc:grpChg chg="mod">
          <ac:chgData name="Aman Patial" userId="e3fd9069-1d14-4a0c-ae1d-8c3a2d937b00" providerId="ADAL" clId="{64323B54-D8AD-45D2-9FA4-B2C2EC33C07F}" dt="2024-05-09T15:07:47.194" v="12170" actId="571"/>
          <ac:grpSpMkLst>
            <pc:docMk/>
            <pc:sldMk cId="513645978" sldId="2506"/>
            <ac:grpSpMk id="93" creationId="{BEA65121-0EDA-15E1-7D3E-F3B1889C1CBD}"/>
          </ac:grpSpMkLst>
        </pc:grpChg>
        <pc:cxnChg chg="mod">
          <ac:chgData name="Aman Patial" userId="e3fd9069-1d14-4a0c-ae1d-8c3a2d937b00" providerId="ADAL" clId="{64323B54-D8AD-45D2-9FA4-B2C2EC33C07F}" dt="2024-05-09T15:23:03.024" v="12264" actId="207"/>
          <ac:cxnSpMkLst>
            <pc:docMk/>
            <pc:sldMk cId="513645978" sldId="2506"/>
            <ac:cxnSpMk id="5" creationId="{38CD38A8-CCF4-E3B4-54B0-330DDD17C1BC}"/>
          </ac:cxnSpMkLst>
        </pc:cxnChg>
        <pc:cxnChg chg="mod">
          <ac:chgData name="Aman Patial" userId="e3fd9069-1d14-4a0c-ae1d-8c3a2d937b00" providerId="ADAL" clId="{64323B54-D8AD-45D2-9FA4-B2C2EC33C07F}" dt="2024-05-09T15:23:03.024" v="12264" actId="207"/>
          <ac:cxnSpMkLst>
            <pc:docMk/>
            <pc:sldMk cId="513645978" sldId="2506"/>
            <ac:cxnSpMk id="7" creationId="{E4FEEE31-1A3E-B67C-FBB8-31E2776D893B}"/>
          </ac:cxnSpMkLst>
        </pc:cxnChg>
        <pc:cxnChg chg="mod">
          <ac:chgData name="Aman Patial" userId="e3fd9069-1d14-4a0c-ae1d-8c3a2d937b00" providerId="ADAL" clId="{64323B54-D8AD-45D2-9FA4-B2C2EC33C07F}" dt="2024-05-09T15:23:03.024" v="12264" actId="207"/>
          <ac:cxnSpMkLst>
            <pc:docMk/>
            <pc:sldMk cId="513645978" sldId="2506"/>
            <ac:cxnSpMk id="8" creationId="{6192225E-D71C-E9B3-99BB-DC114543BB70}"/>
          </ac:cxnSpMkLst>
        </pc:cxnChg>
        <pc:cxnChg chg="mod">
          <ac:chgData name="Aman Patial" userId="e3fd9069-1d14-4a0c-ae1d-8c3a2d937b00" providerId="ADAL" clId="{64323B54-D8AD-45D2-9FA4-B2C2EC33C07F}" dt="2024-05-09T15:23:03.024" v="12264" actId="207"/>
          <ac:cxnSpMkLst>
            <pc:docMk/>
            <pc:sldMk cId="513645978" sldId="2506"/>
            <ac:cxnSpMk id="9" creationId="{B31BEF62-78CB-F8B4-F178-5FD4F73F9F04}"/>
          </ac:cxnSpMkLst>
        </pc:cxnChg>
        <pc:cxnChg chg="mod">
          <ac:chgData name="Aman Patial" userId="e3fd9069-1d14-4a0c-ae1d-8c3a2d937b00" providerId="ADAL" clId="{64323B54-D8AD-45D2-9FA4-B2C2EC33C07F}" dt="2024-05-09T15:23:03.024" v="12264" actId="207"/>
          <ac:cxnSpMkLst>
            <pc:docMk/>
            <pc:sldMk cId="513645978" sldId="2506"/>
            <ac:cxnSpMk id="10" creationId="{A08973E2-5594-8046-B44A-BED25A8B3B81}"/>
          </ac:cxnSpMkLst>
        </pc:cxnChg>
        <pc:cxnChg chg="mod">
          <ac:chgData name="Aman Patial" userId="e3fd9069-1d14-4a0c-ae1d-8c3a2d937b00" providerId="ADAL" clId="{64323B54-D8AD-45D2-9FA4-B2C2EC33C07F}" dt="2024-05-09T15:23:03.024" v="12264" actId="207"/>
          <ac:cxnSpMkLst>
            <pc:docMk/>
            <pc:sldMk cId="513645978" sldId="2506"/>
            <ac:cxnSpMk id="11" creationId="{D536883E-F198-A842-F705-405B5823E806}"/>
          </ac:cxnSpMkLst>
        </pc:cxnChg>
        <pc:cxnChg chg="mod">
          <ac:chgData name="Aman Patial" userId="e3fd9069-1d14-4a0c-ae1d-8c3a2d937b00" providerId="ADAL" clId="{64323B54-D8AD-45D2-9FA4-B2C2EC33C07F}" dt="2024-05-09T15:07:47.194" v="12170" actId="571"/>
          <ac:cxnSpMkLst>
            <pc:docMk/>
            <pc:sldMk cId="513645978" sldId="2506"/>
            <ac:cxnSpMk id="59" creationId="{B3EF79E0-7EF3-EA8E-B977-F820CD5018F2}"/>
          </ac:cxnSpMkLst>
        </pc:cxnChg>
        <pc:cxnChg chg="mod">
          <ac:chgData name="Aman Patial" userId="e3fd9069-1d14-4a0c-ae1d-8c3a2d937b00" providerId="ADAL" clId="{64323B54-D8AD-45D2-9FA4-B2C2EC33C07F}" dt="2024-05-09T15:07:47.194" v="12170" actId="571"/>
          <ac:cxnSpMkLst>
            <pc:docMk/>
            <pc:sldMk cId="513645978" sldId="2506"/>
            <ac:cxnSpMk id="60" creationId="{684240A0-0FD1-CBEC-6FF9-C1DA52590A16}"/>
          </ac:cxnSpMkLst>
        </pc:cxnChg>
        <pc:cxnChg chg="mod">
          <ac:chgData name="Aman Patial" userId="e3fd9069-1d14-4a0c-ae1d-8c3a2d937b00" providerId="ADAL" clId="{64323B54-D8AD-45D2-9FA4-B2C2EC33C07F}" dt="2024-05-09T15:07:47.194" v="12170" actId="571"/>
          <ac:cxnSpMkLst>
            <pc:docMk/>
            <pc:sldMk cId="513645978" sldId="2506"/>
            <ac:cxnSpMk id="61" creationId="{3AB1F757-21D0-964F-5FEC-612519BFDEC6}"/>
          </ac:cxnSpMkLst>
        </pc:cxnChg>
        <pc:cxnChg chg="mod">
          <ac:chgData name="Aman Patial" userId="e3fd9069-1d14-4a0c-ae1d-8c3a2d937b00" providerId="ADAL" clId="{64323B54-D8AD-45D2-9FA4-B2C2EC33C07F}" dt="2024-05-09T15:07:47.194" v="12170" actId="571"/>
          <ac:cxnSpMkLst>
            <pc:docMk/>
            <pc:sldMk cId="513645978" sldId="2506"/>
            <ac:cxnSpMk id="62" creationId="{014FF75C-F173-4F5B-73EB-16EF23AA30F6}"/>
          </ac:cxnSpMkLst>
        </pc:cxnChg>
        <pc:cxnChg chg="mod">
          <ac:chgData name="Aman Patial" userId="e3fd9069-1d14-4a0c-ae1d-8c3a2d937b00" providerId="ADAL" clId="{64323B54-D8AD-45D2-9FA4-B2C2EC33C07F}" dt="2024-05-09T15:07:47.194" v="12170" actId="571"/>
          <ac:cxnSpMkLst>
            <pc:docMk/>
            <pc:sldMk cId="513645978" sldId="2506"/>
            <ac:cxnSpMk id="63" creationId="{4B14300E-DCD8-3E3F-F95E-39AECDCC2F35}"/>
          </ac:cxnSpMkLst>
        </pc:cxnChg>
        <pc:cxnChg chg="mod">
          <ac:chgData name="Aman Patial" userId="e3fd9069-1d14-4a0c-ae1d-8c3a2d937b00" providerId="ADAL" clId="{64323B54-D8AD-45D2-9FA4-B2C2EC33C07F}" dt="2024-05-09T15:07:47.194" v="12170" actId="571"/>
          <ac:cxnSpMkLst>
            <pc:docMk/>
            <pc:sldMk cId="513645978" sldId="2506"/>
            <ac:cxnSpMk id="64" creationId="{7DED74D3-D633-1838-1A21-BBEE11DA4F0D}"/>
          </ac:cxnSpMkLst>
        </pc:cxnChg>
        <pc:cxnChg chg="add mod">
          <ac:chgData name="Aman Patial" userId="e3fd9069-1d14-4a0c-ae1d-8c3a2d937b00" providerId="ADAL" clId="{64323B54-D8AD-45D2-9FA4-B2C2EC33C07F}" dt="2024-05-09T15:09:09.016" v="12196" actId="1076"/>
          <ac:cxnSpMkLst>
            <pc:docMk/>
            <pc:sldMk cId="513645978" sldId="2506"/>
            <ac:cxnSpMk id="105" creationId="{F6065DC5-ED07-FFE7-B4AE-6973EE9409CE}"/>
          </ac:cxnSpMkLst>
        </pc:cxnChg>
      </pc:sldChg>
    </pc:docChg>
  </pc:docChgLst>
  <pc:docChgLst>
    <pc:chgData name="Aman Patial" userId="e3fd9069-1d14-4a0c-ae1d-8c3a2d937b00" providerId="ADAL" clId="{C348C6D0-8013-4EBA-A3E9-370280735E09}"/>
    <pc:docChg chg="undo custSel addSld delSld modSld sldOrd addSection delSection">
      <pc:chgData name="Aman Patial" userId="e3fd9069-1d14-4a0c-ae1d-8c3a2d937b00" providerId="ADAL" clId="{C348C6D0-8013-4EBA-A3E9-370280735E09}" dt="2023-01-27T01:47:21.810" v="2685" actId="478"/>
      <pc:docMkLst>
        <pc:docMk/>
      </pc:docMkLst>
      <pc:sldChg chg="delSp modSp mod">
        <pc:chgData name="Aman Patial" userId="e3fd9069-1d14-4a0c-ae1d-8c3a2d937b00" providerId="ADAL" clId="{C348C6D0-8013-4EBA-A3E9-370280735E09}" dt="2023-01-27T01:47:21.810" v="2685" actId="478"/>
        <pc:sldMkLst>
          <pc:docMk/>
          <pc:sldMk cId="0" sldId="256"/>
        </pc:sldMkLst>
        <pc:spChg chg="mod">
          <ac:chgData name="Aman Patial" userId="e3fd9069-1d14-4a0c-ae1d-8c3a2d937b00" providerId="ADAL" clId="{C348C6D0-8013-4EBA-A3E9-370280735E09}" dt="2023-01-27T01:33:41.730" v="2683" actId="313"/>
          <ac:spMkLst>
            <pc:docMk/>
            <pc:sldMk cId="0" sldId="256"/>
            <ac:spMk id="161" creationId="{00000000-0000-0000-0000-000000000000}"/>
          </ac:spMkLst>
        </pc:spChg>
        <pc:spChg chg="del">
          <ac:chgData name="Aman Patial" userId="e3fd9069-1d14-4a0c-ae1d-8c3a2d937b00" providerId="ADAL" clId="{C348C6D0-8013-4EBA-A3E9-370280735E09}" dt="2023-01-27T01:47:19.700" v="2684" actId="478"/>
          <ac:spMkLst>
            <pc:docMk/>
            <pc:sldMk cId="0" sldId="256"/>
            <ac:spMk id="164" creationId="{00000000-0000-0000-0000-000000000000}"/>
          </ac:spMkLst>
        </pc:spChg>
        <pc:picChg chg="del">
          <ac:chgData name="Aman Patial" userId="e3fd9069-1d14-4a0c-ae1d-8c3a2d937b00" providerId="ADAL" clId="{C348C6D0-8013-4EBA-A3E9-370280735E09}" dt="2023-01-27T01:47:21.810" v="2685" actId="478"/>
          <ac:picMkLst>
            <pc:docMk/>
            <pc:sldMk cId="0" sldId="256"/>
            <ac:picMk id="13" creationId="{D0B98244-A4EA-4FD1-8898-D7DF133EDDC1}"/>
          </ac:picMkLst>
        </pc:picChg>
      </pc:sldChg>
      <pc:sldChg chg="modSp mod">
        <pc:chgData name="Aman Patial" userId="e3fd9069-1d14-4a0c-ae1d-8c3a2d937b00" providerId="ADAL" clId="{C348C6D0-8013-4EBA-A3E9-370280735E09}" dt="2023-01-27T00:34:16.774" v="1757" actId="20577"/>
        <pc:sldMkLst>
          <pc:docMk/>
          <pc:sldMk cId="882165280" sldId="306"/>
        </pc:sldMkLst>
        <pc:spChg chg="mod">
          <ac:chgData name="Aman Patial" userId="e3fd9069-1d14-4a0c-ae1d-8c3a2d937b00" providerId="ADAL" clId="{C348C6D0-8013-4EBA-A3E9-370280735E09}" dt="2023-01-27T00:34:16.774" v="1757" actId="20577"/>
          <ac:spMkLst>
            <pc:docMk/>
            <pc:sldMk cId="882165280" sldId="306"/>
            <ac:spMk id="6" creationId="{080655C6-52C9-452E-9C38-20D2311E0C45}"/>
          </ac:spMkLst>
        </pc:spChg>
      </pc:sldChg>
      <pc:sldChg chg="del">
        <pc:chgData name="Aman Patial" userId="e3fd9069-1d14-4a0c-ae1d-8c3a2d937b00" providerId="ADAL" clId="{C348C6D0-8013-4EBA-A3E9-370280735E09}" dt="2023-01-26T10:41:05.801" v="243" actId="47"/>
        <pc:sldMkLst>
          <pc:docMk/>
          <pc:sldMk cId="1093230408" sldId="308"/>
        </pc:sldMkLst>
      </pc:sldChg>
      <pc:sldChg chg="del">
        <pc:chgData name="Aman Patial" userId="e3fd9069-1d14-4a0c-ae1d-8c3a2d937b00" providerId="ADAL" clId="{C348C6D0-8013-4EBA-A3E9-370280735E09}" dt="2023-01-26T14:10:35.333" v="1275" actId="2696"/>
        <pc:sldMkLst>
          <pc:docMk/>
          <pc:sldMk cId="2722954493" sldId="310"/>
        </pc:sldMkLst>
      </pc:sldChg>
      <pc:sldChg chg="del">
        <pc:chgData name="Aman Patial" userId="e3fd9069-1d14-4a0c-ae1d-8c3a2d937b00" providerId="ADAL" clId="{C348C6D0-8013-4EBA-A3E9-370280735E09}" dt="2023-01-26T10:40:50.695" v="232" actId="47"/>
        <pc:sldMkLst>
          <pc:docMk/>
          <pc:sldMk cId="3489553226" sldId="315"/>
        </pc:sldMkLst>
      </pc:sldChg>
      <pc:sldChg chg="del">
        <pc:chgData name="Aman Patial" userId="e3fd9069-1d14-4a0c-ae1d-8c3a2d937b00" providerId="ADAL" clId="{C348C6D0-8013-4EBA-A3E9-370280735E09}" dt="2023-01-26T10:41:24.116" v="253" actId="47"/>
        <pc:sldMkLst>
          <pc:docMk/>
          <pc:sldMk cId="45527059" sldId="321"/>
        </pc:sldMkLst>
      </pc:sldChg>
      <pc:sldChg chg="del">
        <pc:chgData name="Aman Patial" userId="e3fd9069-1d14-4a0c-ae1d-8c3a2d937b00" providerId="ADAL" clId="{C348C6D0-8013-4EBA-A3E9-370280735E09}" dt="2023-01-26T10:41:25.935" v="254" actId="47"/>
        <pc:sldMkLst>
          <pc:docMk/>
          <pc:sldMk cId="183066163" sldId="322"/>
        </pc:sldMkLst>
      </pc:sldChg>
      <pc:sldChg chg="del">
        <pc:chgData name="Aman Patial" userId="e3fd9069-1d14-4a0c-ae1d-8c3a2d937b00" providerId="ADAL" clId="{C348C6D0-8013-4EBA-A3E9-370280735E09}" dt="2023-01-26T10:41:26.665" v="255" actId="47"/>
        <pc:sldMkLst>
          <pc:docMk/>
          <pc:sldMk cId="2539338752" sldId="323"/>
        </pc:sldMkLst>
      </pc:sldChg>
      <pc:sldChg chg="del">
        <pc:chgData name="Aman Patial" userId="e3fd9069-1d14-4a0c-ae1d-8c3a2d937b00" providerId="ADAL" clId="{C348C6D0-8013-4EBA-A3E9-370280735E09}" dt="2023-01-26T10:41:28.708" v="257" actId="47"/>
        <pc:sldMkLst>
          <pc:docMk/>
          <pc:sldMk cId="1452317796" sldId="325"/>
        </pc:sldMkLst>
      </pc:sldChg>
      <pc:sldChg chg="del">
        <pc:chgData name="Aman Patial" userId="e3fd9069-1d14-4a0c-ae1d-8c3a2d937b00" providerId="ADAL" clId="{C348C6D0-8013-4EBA-A3E9-370280735E09}" dt="2023-01-26T10:41:21.775" v="250" actId="47"/>
        <pc:sldMkLst>
          <pc:docMk/>
          <pc:sldMk cId="837653977" sldId="326"/>
        </pc:sldMkLst>
      </pc:sldChg>
      <pc:sldChg chg="addSp delSp modSp mod">
        <pc:chgData name="Aman Patial" userId="e3fd9069-1d14-4a0c-ae1d-8c3a2d937b00" providerId="ADAL" clId="{C348C6D0-8013-4EBA-A3E9-370280735E09}" dt="2023-01-27T00:34:48.484" v="1778" actId="1076"/>
        <pc:sldMkLst>
          <pc:docMk/>
          <pc:sldMk cId="2914897210" sldId="327"/>
        </pc:sldMkLst>
        <pc:spChg chg="mod">
          <ac:chgData name="Aman Patial" userId="e3fd9069-1d14-4a0c-ae1d-8c3a2d937b00" providerId="ADAL" clId="{C348C6D0-8013-4EBA-A3E9-370280735E09}" dt="2023-01-26T10:39:17.449" v="221" actId="27636"/>
          <ac:spMkLst>
            <pc:docMk/>
            <pc:sldMk cId="2914897210" sldId="327"/>
            <ac:spMk id="3" creationId="{326F9AD7-9A7F-1CC8-6287-B3079A905D25}"/>
          </ac:spMkLst>
        </pc:spChg>
        <pc:spChg chg="add del mod">
          <ac:chgData name="Aman Patial" userId="e3fd9069-1d14-4a0c-ae1d-8c3a2d937b00" providerId="ADAL" clId="{C348C6D0-8013-4EBA-A3E9-370280735E09}" dt="2023-01-26T10:37:50.160" v="172" actId="478"/>
          <ac:spMkLst>
            <pc:docMk/>
            <pc:sldMk cId="2914897210" sldId="327"/>
            <ac:spMk id="4" creationId="{CD26FC7C-9637-223E-4BF9-B24FF3C0FD26}"/>
          </ac:spMkLst>
        </pc:spChg>
        <pc:spChg chg="mod">
          <ac:chgData name="Aman Patial" userId="e3fd9069-1d14-4a0c-ae1d-8c3a2d937b00" providerId="ADAL" clId="{C348C6D0-8013-4EBA-A3E9-370280735E09}" dt="2023-01-27T00:34:48.484" v="1778" actId="1076"/>
          <ac:spMkLst>
            <pc:docMk/>
            <pc:sldMk cId="2914897210" sldId="327"/>
            <ac:spMk id="6" creationId="{080655C6-52C9-452E-9C38-20D2311E0C45}"/>
          </ac:spMkLst>
        </pc:spChg>
      </pc:sldChg>
      <pc:sldChg chg="modSp add mod">
        <pc:chgData name="Aman Patial" userId="e3fd9069-1d14-4a0c-ae1d-8c3a2d937b00" providerId="ADAL" clId="{C348C6D0-8013-4EBA-A3E9-370280735E09}" dt="2023-01-27T00:56:12.074" v="2024" actId="20577"/>
        <pc:sldMkLst>
          <pc:docMk/>
          <pc:sldMk cId="1221329326" sldId="351"/>
        </pc:sldMkLst>
        <pc:spChg chg="mod">
          <ac:chgData name="Aman Patial" userId="e3fd9069-1d14-4a0c-ae1d-8c3a2d937b00" providerId="ADAL" clId="{C348C6D0-8013-4EBA-A3E9-370280735E09}" dt="2023-01-27T00:55:20.295" v="2000" actId="20577"/>
          <ac:spMkLst>
            <pc:docMk/>
            <pc:sldMk cId="1221329326" sldId="351"/>
            <ac:spMk id="2" creationId="{CF025459-2169-45C9-BEC5-EB177AD56B1D}"/>
          </ac:spMkLst>
        </pc:spChg>
        <pc:spChg chg="mod">
          <ac:chgData name="Aman Patial" userId="e3fd9069-1d14-4a0c-ae1d-8c3a2d937b00" providerId="ADAL" clId="{C348C6D0-8013-4EBA-A3E9-370280735E09}" dt="2023-01-27T00:55:30.236" v="2004" actId="20577"/>
          <ac:spMkLst>
            <pc:docMk/>
            <pc:sldMk cId="1221329326" sldId="351"/>
            <ac:spMk id="3" creationId="{A036CE03-A2CE-1476-C00A-ACDAF9CD23D3}"/>
          </ac:spMkLst>
        </pc:spChg>
        <pc:spChg chg="mod">
          <ac:chgData name="Aman Patial" userId="e3fd9069-1d14-4a0c-ae1d-8c3a2d937b00" providerId="ADAL" clId="{C348C6D0-8013-4EBA-A3E9-370280735E09}" dt="2023-01-27T00:53:42.007" v="1977" actId="20577"/>
          <ac:spMkLst>
            <pc:docMk/>
            <pc:sldMk cId="1221329326" sldId="351"/>
            <ac:spMk id="4" creationId="{6040F97D-99CA-40D9-87CF-79E142D15469}"/>
          </ac:spMkLst>
        </pc:spChg>
        <pc:spChg chg="mod">
          <ac:chgData name="Aman Patial" userId="e3fd9069-1d14-4a0c-ae1d-8c3a2d937b00" providerId="ADAL" clId="{C348C6D0-8013-4EBA-A3E9-370280735E09}" dt="2023-01-27T00:54:23.848" v="1990" actId="20577"/>
          <ac:spMkLst>
            <pc:docMk/>
            <pc:sldMk cId="1221329326" sldId="351"/>
            <ac:spMk id="5" creationId="{5C520F38-AE0C-4576-8C73-C5F220D0DC58}"/>
          </ac:spMkLst>
        </pc:spChg>
        <pc:spChg chg="mod">
          <ac:chgData name="Aman Patial" userId="e3fd9069-1d14-4a0c-ae1d-8c3a2d937b00" providerId="ADAL" clId="{C348C6D0-8013-4EBA-A3E9-370280735E09}" dt="2023-01-27T00:55:09.239" v="1994" actId="20577"/>
          <ac:spMkLst>
            <pc:docMk/>
            <pc:sldMk cId="1221329326" sldId="351"/>
            <ac:spMk id="6" creationId="{D2247494-2211-44B2-AEDE-CC5903F84D86}"/>
          </ac:spMkLst>
        </pc:spChg>
        <pc:spChg chg="mod">
          <ac:chgData name="Aman Patial" userId="e3fd9069-1d14-4a0c-ae1d-8c3a2d937b00" providerId="ADAL" clId="{C348C6D0-8013-4EBA-A3E9-370280735E09}" dt="2023-01-27T00:55:35.527" v="2007" actId="20577"/>
          <ac:spMkLst>
            <pc:docMk/>
            <pc:sldMk cId="1221329326" sldId="351"/>
            <ac:spMk id="7" creationId="{D6987EFE-60B2-70A8-B458-DB5DBA93C534}"/>
          </ac:spMkLst>
        </pc:spChg>
        <pc:spChg chg="mod">
          <ac:chgData name="Aman Patial" userId="e3fd9069-1d14-4a0c-ae1d-8c3a2d937b00" providerId="ADAL" clId="{C348C6D0-8013-4EBA-A3E9-370280735E09}" dt="2023-01-27T00:56:07.101" v="2021" actId="5793"/>
          <ac:spMkLst>
            <pc:docMk/>
            <pc:sldMk cId="1221329326" sldId="351"/>
            <ac:spMk id="10" creationId="{E501BBC8-6F1E-4767-87EE-A12B70F42693}"/>
          </ac:spMkLst>
        </pc:spChg>
        <pc:spChg chg="mod">
          <ac:chgData name="Aman Patial" userId="e3fd9069-1d14-4a0c-ae1d-8c3a2d937b00" providerId="ADAL" clId="{C348C6D0-8013-4EBA-A3E9-370280735E09}" dt="2023-01-27T00:56:12.074" v="2024" actId="20577"/>
          <ac:spMkLst>
            <pc:docMk/>
            <pc:sldMk cId="1221329326" sldId="351"/>
            <ac:spMk id="11" creationId="{5FB7F5BF-1E5F-4F22-92CE-38B60BCB23D7}"/>
          </ac:spMkLst>
        </pc:spChg>
        <pc:spChg chg="mod">
          <ac:chgData name="Aman Patial" userId="e3fd9069-1d14-4a0c-ae1d-8c3a2d937b00" providerId="ADAL" clId="{C348C6D0-8013-4EBA-A3E9-370280735E09}" dt="2023-01-27T00:55:57.096" v="2015" actId="20577"/>
          <ac:spMkLst>
            <pc:docMk/>
            <pc:sldMk cId="1221329326" sldId="351"/>
            <ac:spMk id="12" creationId="{CFD57CD1-9352-45E3-8498-144F6730B775}"/>
          </ac:spMkLst>
        </pc:spChg>
        <pc:spChg chg="mod">
          <ac:chgData name="Aman Patial" userId="e3fd9069-1d14-4a0c-ae1d-8c3a2d937b00" providerId="ADAL" clId="{C348C6D0-8013-4EBA-A3E9-370280735E09}" dt="2023-01-27T00:55:40.622" v="2010" actId="20577"/>
          <ac:spMkLst>
            <pc:docMk/>
            <pc:sldMk cId="1221329326" sldId="351"/>
            <ac:spMk id="14" creationId="{F1FE05E2-DA92-7D80-E744-9F926484DC87}"/>
          </ac:spMkLst>
        </pc:spChg>
      </pc:sldChg>
      <pc:sldChg chg="delSp modSp add mod">
        <pc:chgData name="Aman Patial" userId="e3fd9069-1d14-4a0c-ae1d-8c3a2d937b00" providerId="ADAL" clId="{C348C6D0-8013-4EBA-A3E9-370280735E09}" dt="2023-01-27T01:27:26.386" v="2682" actId="478"/>
        <pc:sldMkLst>
          <pc:docMk/>
          <pc:sldMk cId="3578783868" sldId="373"/>
        </pc:sldMkLst>
        <pc:spChg chg="del">
          <ac:chgData name="Aman Patial" userId="e3fd9069-1d14-4a0c-ae1d-8c3a2d937b00" providerId="ADAL" clId="{C348C6D0-8013-4EBA-A3E9-370280735E09}" dt="2023-01-27T01:27:16.110" v="2679" actId="478"/>
          <ac:spMkLst>
            <pc:docMk/>
            <pc:sldMk cId="3578783868" sldId="373"/>
            <ac:spMk id="3" creationId="{4BAEB82C-85CB-0A50-6D8D-4CE559FC84A3}"/>
          </ac:spMkLst>
        </pc:spChg>
        <pc:spChg chg="del mod">
          <ac:chgData name="Aman Patial" userId="e3fd9069-1d14-4a0c-ae1d-8c3a2d937b00" providerId="ADAL" clId="{C348C6D0-8013-4EBA-A3E9-370280735E09}" dt="2023-01-27T01:27:26.386" v="2682" actId="478"/>
          <ac:spMkLst>
            <pc:docMk/>
            <pc:sldMk cId="3578783868" sldId="373"/>
            <ac:spMk id="68" creationId="{C9004F7A-07B0-EC98-5D83-CDBAE2CEEBDB}"/>
          </ac:spMkLst>
        </pc:spChg>
        <pc:spChg chg="mod">
          <ac:chgData name="Aman Patial" userId="e3fd9069-1d14-4a0c-ae1d-8c3a2d937b00" providerId="ADAL" clId="{C348C6D0-8013-4EBA-A3E9-370280735E09}" dt="2023-01-27T01:00:34.808" v="2270" actId="20577"/>
          <ac:spMkLst>
            <pc:docMk/>
            <pc:sldMk cId="3578783868" sldId="373"/>
            <ac:spMk id="69" creationId="{B1FFBA45-F727-E607-4634-3FCB31D2CF56}"/>
          </ac:spMkLst>
        </pc:spChg>
        <pc:spChg chg="mod">
          <ac:chgData name="Aman Patial" userId="e3fd9069-1d14-4a0c-ae1d-8c3a2d937b00" providerId="ADAL" clId="{C348C6D0-8013-4EBA-A3E9-370280735E09}" dt="2023-01-27T01:00:50.117" v="2294" actId="313"/>
          <ac:spMkLst>
            <pc:docMk/>
            <pc:sldMk cId="3578783868" sldId="373"/>
            <ac:spMk id="70" creationId="{7CB6B5B3-3CCB-212C-C46E-A354EA4288C9}"/>
          </ac:spMkLst>
        </pc:spChg>
      </pc:sldChg>
      <pc:sldChg chg="modSp add mod ord">
        <pc:chgData name="Aman Patial" userId="e3fd9069-1d14-4a0c-ae1d-8c3a2d937b00" providerId="ADAL" clId="{C348C6D0-8013-4EBA-A3E9-370280735E09}" dt="2023-01-27T01:15:01.860" v="2395" actId="20577"/>
        <pc:sldMkLst>
          <pc:docMk/>
          <pc:sldMk cId="4011389256" sldId="377"/>
        </pc:sldMkLst>
        <pc:spChg chg="mod">
          <ac:chgData name="Aman Patial" userId="e3fd9069-1d14-4a0c-ae1d-8c3a2d937b00" providerId="ADAL" clId="{C348C6D0-8013-4EBA-A3E9-370280735E09}" dt="2023-01-27T01:14:51.655" v="2375" actId="20577"/>
          <ac:spMkLst>
            <pc:docMk/>
            <pc:sldMk cId="4011389256" sldId="377"/>
            <ac:spMk id="2" creationId="{CCBBEFED-26DC-F34B-8A52-1DEA50FABAE8}"/>
          </ac:spMkLst>
        </pc:spChg>
        <pc:spChg chg="mod">
          <ac:chgData name="Aman Patial" userId="e3fd9069-1d14-4a0c-ae1d-8c3a2d937b00" providerId="ADAL" clId="{C348C6D0-8013-4EBA-A3E9-370280735E09}" dt="2023-01-27T01:15:01.860" v="2395" actId="20577"/>
          <ac:spMkLst>
            <pc:docMk/>
            <pc:sldMk cId="4011389256" sldId="377"/>
            <ac:spMk id="3" creationId="{B0D37C61-9298-D543-ACBC-CFFC0A315355}"/>
          </ac:spMkLst>
        </pc:spChg>
        <pc:graphicFrameChg chg="modGraphic">
          <ac:chgData name="Aman Patial" userId="e3fd9069-1d14-4a0c-ae1d-8c3a2d937b00" providerId="ADAL" clId="{C348C6D0-8013-4EBA-A3E9-370280735E09}" dt="2023-01-27T01:14:05.575" v="2348" actId="20577"/>
          <ac:graphicFrameMkLst>
            <pc:docMk/>
            <pc:sldMk cId="4011389256" sldId="377"/>
            <ac:graphicFrameMk id="5" creationId="{3B0A088B-B50A-90BD-EFDE-89D7E9373047}"/>
          </ac:graphicFrameMkLst>
        </pc:graphicFrameChg>
      </pc:sldChg>
      <pc:sldChg chg="del">
        <pc:chgData name="Aman Patial" userId="e3fd9069-1d14-4a0c-ae1d-8c3a2d937b00" providerId="ADAL" clId="{C348C6D0-8013-4EBA-A3E9-370280735E09}" dt="2023-01-26T10:41:16.502" v="245" actId="47"/>
        <pc:sldMkLst>
          <pc:docMk/>
          <pc:sldMk cId="1397809860" sldId="1499"/>
        </pc:sldMkLst>
      </pc:sldChg>
      <pc:sldChg chg="del">
        <pc:chgData name="Aman Patial" userId="e3fd9069-1d14-4a0c-ae1d-8c3a2d937b00" providerId="ADAL" clId="{C348C6D0-8013-4EBA-A3E9-370280735E09}" dt="2023-01-26T10:41:18.267" v="246" actId="47"/>
        <pc:sldMkLst>
          <pc:docMk/>
          <pc:sldMk cId="2419878592" sldId="1628"/>
        </pc:sldMkLst>
      </pc:sldChg>
      <pc:sldChg chg="del">
        <pc:chgData name="Aman Patial" userId="e3fd9069-1d14-4a0c-ae1d-8c3a2d937b00" providerId="ADAL" clId="{C348C6D0-8013-4EBA-A3E9-370280735E09}" dt="2023-01-26T10:41:23.361" v="252" actId="47"/>
        <pc:sldMkLst>
          <pc:docMk/>
          <pc:sldMk cId="1977292873" sldId="1642"/>
        </pc:sldMkLst>
      </pc:sldChg>
      <pc:sldChg chg="del">
        <pc:chgData name="Aman Patial" userId="e3fd9069-1d14-4a0c-ae1d-8c3a2d937b00" providerId="ADAL" clId="{C348C6D0-8013-4EBA-A3E9-370280735E09}" dt="2023-01-26T10:41:31.075" v="259" actId="47"/>
        <pc:sldMkLst>
          <pc:docMk/>
          <pc:sldMk cId="3938337455" sldId="2034"/>
        </pc:sldMkLst>
      </pc:sldChg>
      <pc:sldChg chg="del">
        <pc:chgData name="Aman Patial" userId="e3fd9069-1d14-4a0c-ae1d-8c3a2d937b00" providerId="ADAL" clId="{C348C6D0-8013-4EBA-A3E9-370280735E09}" dt="2023-01-26T10:41:29.450" v="258" actId="47"/>
        <pc:sldMkLst>
          <pc:docMk/>
          <pc:sldMk cId="2400249224" sldId="2165"/>
        </pc:sldMkLst>
      </pc:sldChg>
      <pc:sldChg chg="del">
        <pc:chgData name="Aman Patial" userId="e3fd9069-1d14-4a0c-ae1d-8c3a2d937b00" providerId="ADAL" clId="{C348C6D0-8013-4EBA-A3E9-370280735E09}" dt="2023-01-26T10:40:34.018" v="223" actId="2696"/>
        <pc:sldMkLst>
          <pc:docMk/>
          <pc:sldMk cId="3218024908" sldId="2193"/>
        </pc:sldMkLst>
      </pc:sldChg>
      <pc:sldChg chg="del">
        <pc:chgData name="Aman Patial" userId="e3fd9069-1d14-4a0c-ae1d-8c3a2d937b00" providerId="ADAL" clId="{C348C6D0-8013-4EBA-A3E9-370280735E09}" dt="2023-01-26T10:41:02.228" v="240" actId="47"/>
        <pc:sldMkLst>
          <pc:docMk/>
          <pc:sldMk cId="2553944804" sldId="2375"/>
        </pc:sldMkLst>
      </pc:sldChg>
      <pc:sldChg chg="del">
        <pc:chgData name="Aman Patial" userId="e3fd9069-1d14-4a0c-ae1d-8c3a2d937b00" providerId="ADAL" clId="{C348C6D0-8013-4EBA-A3E9-370280735E09}" dt="2023-01-26T13:23:08.186" v="800" actId="2696"/>
        <pc:sldMkLst>
          <pc:docMk/>
          <pc:sldMk cId="3452782526" sldId="2381"/>
        </pc:sldMkLst>
      </pc:sldChg>
      <pc:sldChg chg="add del">
        <pc:chgData name="Aman Patial" userId="e3fd9069-1d14-4a0c-ae1d-8c3a2d937b00" providerId="ADAL" clId="{C348C6D0-8013-4EBA-A3E9-370280735E09}" dt="2023-01-27T00:46:16.880" v="1861" actId="2696"/>
        <pc:sldMkLst>
          <pc:docMk/>
          <pc:sldMk cId="791836945" sldId="2389"/>
        </pc:sldMkLst>
      </pc:sldChg>
      <pc:sldChg chg="del">
        <pc:chgData name="Aman Patial" userId="e3fd9069-1d14-4a0c-ae1d-8c3a2d937b00" providerId="ADAL" clId="{C348C6D0-8013-4EBA-A3E9-370280735E09}" dt="2023-01-26T10:40:57.448" v="239" actId="47"/>
        <pc:sldMkLst>
          <pc:docMk/>
          <pc:sldMk cId="1752535371" sldId="2397"/>
        </pc:sldMkLst>
      </pc:sldChg>
      <pc:sldChg chg="del">
        <pc:chgData name="Aman Patial" userId="e3fd9069-1d14-4a0c-ae1d-8c3a2d937b00" providerId="ADAL" clId="{C348C6D0-8013-4EBA-A3E9-370280735E09}" dt="2023-01-26T10:41:19.356" v="247" actId="47"/>
        <pc:sldMkLst>
          <pc:docMk/>
          <pc:sldMk cId="1666700042" sldId="2429"/>
        </pc:sldMkLst>
      </pc:sldChg>
      <pc:sldChg chg="del">
        <pc:chgData name="Aman Patial" userId="e3fd9069-1d14-4a0c-ae1d-8c3a2d937b00" providerId="ADAL" clId="{C348C6D0-8013-4EBA-A3E9-370280735E09}" dt="2023-01-26T10:41:20.173" v="248" actId="47"/>
        <pc:sldMkLst>
          <pc:docMk/>
          <pc:sldMk cId="1322587561" sldId="2430"/>
        </pc:sldMkLst>
      </pc:sldChg>
      <pc:sldChg chg="del">
        <pc:chgData name="Aman Patial" userId="e3fd9069-1d14-4a0c-ae1d-8c3a2d937b00" providerId="ADAL" clId="{C348C6D0-8013-4EBA-A3E9-370280735E09}" dt="2023-01-26T10:41:21.042" v="249" actId="47"/>
        <pc:sldMkLst>
          <pc:docMk/>
          <pc:sldMk cId="2091587220" sldId="2431"/>
        </pc:sldMkLst>
      </pc:sldChg>
      <pc:sldChg chg="del">
        <pc:chgData name="Aman Patial" userId="e3fd9069-1d14-4a0c-ae1d-8c3a2d937b00" providerId="ADAL" clId="{C348C6D0-8013-4EBA-A3E9-370280735E09}" dt="2023-01-26T10:41:27.560" v="256" actId="47"/>
        <pc:sldMkLst>
          <pc:docMk/>
          <pc:sldMk cId="2201775649" sldId="2440"/>
        </pc:sldMkLst>
      </pc:sldChg>
      <pc:sldChg chg="del">
        <pc:chgData name="Aman Patial" userId="e3fd9069-1d14-4a0c-ae1d-8c3a2d937b00" providerId="ADAL" clId="{C348C6D0-8013-4EBA-A3E9-370280735E09}" dt="2023-01-26T10:40:41.843" v="224" actId="47"/>
        <pc:sldMkLst>
          <pc:docMk/>
          <pc:sldMk cId="2899102171" sldId="2445"/>
        </pc:sldMkLst>
      </pc:sldChg>
      <pc:sldChg chg="del">
        <pc:chgData name="Aman Patial" userId="e3fd9069-1d14-4a0c-ae1d-8c3a2d937b00" providerId="ADAL" clId="{C348C6D0-8013-4EBA-A3E9-370280735E09}" dt="2023-01-26T10:40:43.125" v="225" actId="47"/>
        <pc:sldMkLst>
          <pc:docMk/>
          <pc:sldMk cId="1726578224" sldId="2446"/>
        </pc:sldMkLst>
      </pc:sldChg>
      <pc:sldChg chg="del">
        <pc:chgData name="Aman Patial" userId="e3fd9069-1d14-4a0c-ae1d-8c3a2d937b00" providerId="ADAL" clId="{C348C6D0-8013-4EBA-A3E9-370280735E09}" dt="2023-01-26T10:40:49.785" v="231" actId="47"/>
        <pc:sldMkLst>
          <pc:docMk/>
          <pc:sldMk cId="151008928" sldId="2447"/>
        </pc:sldMkLst>
      </pc:sldChg>
      <pc:sldChg chg="del">
        <pc:chgData name="Aman Patial" userId="e3fd9069-1d14-4a0c-ae1d-8c3a2d937b00" providerId="ADAL" clId="{C348C6D0-8013-4EBA-A3E9-370280735E09}" dt="2023-01-26T10:41:03.429" v="241" actId="47"/>
        <pc:sldMkLst>
          <pc:docMk/>
          <pc:sldMk cId="175885422" sldId="2454"/>
        </pc:sldMkLst>
      </pc:sldChg>
      <pc:sldChg chg="del">
        <pc:chgData name="Aman Patial" userId="e3fd9069-1d14-4a0c-ae1d-8c3a2d937b00" providerId="ADAL" clId="{C348C6D0-8013-4EBA-A3E9-370280735E09}" dt="2023-01-26T10:40:51.725" v="233" actId="47"/>
        <pc:sldMkLst>
          <pc:docMk/>
          <pc:sldMk cId="803123619" sldId="2455"/>
        </pc:sldMkLst>
      </pc:sldChg>
      <pc:sldChg chg="del">
        <pc:chgData name="Aman Patial" userId="e3fd9069-1d14-4a0c-ae1d-8c3a2d937b00" providerId="ADAL" clId="{C348C6D0-8013-4EBA-A3E9-370280735E09}" dt="2023-01-26T10:40:55.275" v="237" actId="47"/>
        <pc:sldMkLst>
          <pc:docMk/>
          <pc:sldMk cId="1916163818" sldId="2456"/>
        </pc:sldMkLst>
      </pc:sldChg>
      <pc:sldChg chg="del">
        <pc:chgData name="Aman Patial" userId="e3fd9069-1d14-4a0c-ae1d-8c3a2d937b00" providerId="ADAL" clId="{C348C6D0-8013-4EBA-A3E9-370280735E09}" dt="2023-01-26T10:40:56.689" v="238" actId="47"/>
        <pc:sldMkLst>
          <pc:docMk/>
          <pc:sldMk cId="3389323062" sldId="2457"/>
        </pc:sldMkLst>
      </pc:sldChg>
      <pc:sldChg chg="del">
        <pc:chgData name="Aman Patial" userId="e3fd9069-1d14-4a0c-ae1d-8c3a2d937b00" providerId="ADAL" clId="{C348C6D0-8013-4EBA-A3E9-370280735E09}" dt="2023-01-26T10:40:52.596" v="234" actId="47"/>
        <pc:sldMkLst>
          <pc:docMk/>
          <pc:sldMk cId="935553972" sldId="2458"/>
        </pc:sldMkLst>
      </pc:sldChg>
      <pc:sldChg chg="del">
        <pc:chgData name="Aman Patial" userId="e3fd9069-1d14-4a0c-ae1d-8c3a2d937b00" providerId="ADAL" clId="{C348C6D0-8013-4EBA-A3E9-370280735E09}" dt="2023-01-26T10:40:53.508" v="235" actId="47"/>
        <pc:sldMkLst>
          <pc:docMk/>
          <pc:sldMk cId="508985597" sldId="2459"/>
        </pc:sldMkLst>
      </pc:sldChg>
      <pc:sldChg chg="del">
        <pc:chgData name="Aman Patial" userId="e3fd9069-1d14-4a0c-ae1d-8c3a2d937b00" providerId="ADAL" clId="{C348C6D0-8013-4EBA-A3E9-370280735E09}" dt="2023-01-26T10:40:54.389" v="236" actId="47"/>
        <pc:sldMkLst>
          <pc:docMk/>
          <pc:sldMk cId="1017922023" sldId="2460"/>
        </pc:sldMkLst>
      </pc:sldChg>
      <pc:sldChg chg="del">
        <pc:chgData name="Aman Patial" userId="e3fd9069-1d14-4a0c-ae1d-8c3a2d937b00" providerId="ADAL" clId="{C348C6D0-8013-4EBA-A3E9-370280735E09}" dt="2023-01-26T10:41:04.328" v="242" actId="47"/>
        <pc:sldMkLst>
          <pc:docMk/>
          <pc:sldMk cId="3332387928" sldId="2461"/>
        </pc:sldMkLst>
      </pc:sldChg>
      <pc:sldChg chg="del">
        <pc:chgData name="Aman Patial" userId="e3fd9069-1d14-4a0c-ae1d-8c3a2d937b00" providerId="ADAL" clId="{C348C6D0-8013-4EBA-A3E9-370280735E09}" dt="2023-01-26T10:41:06.877" v="244" actId="47"/>
        <pc:sldMkLst>
          <pc:docMk/>
          <pc:sldMk cId="843559839" sldId="2462"/>
        </pc:sldMkLst>
      </pc:sldChg>
      <pc:sldChg chg="del">
        <pc:chgData name="Aman Patial" userId="e3fd9069-1d14-4a0c-ae1d-8c3a2d937b00" providerId="ADAL" clId="{C348C6D0-8013-4EBA-A3E9-370280735E09}" dt="2023-01-26T10:40:44.165" v="226" actId="47"/>
        <pc:sldMkLst>
          <pc:docMk/>
          <pc:sldMk cId="1501597735" sldId="2463"/>
        </pc:sldMkLst>
      </pc:sldChg>
      <pc:sldChg chg="del">
        <pc:chgData name="Aman Patial" userId="e3fd9069-1d14-4a0c-ae1d-8c3a2d937b00" providerId="ADAL" clId="{C348C6D0-8013-4EBA-A3E9-370280735E09}" dt="2023-01-26T10:40:45.425" v="227" actId="47"/>
        <pc:sldMkLst>
          <pc:docMk/>
          <pc:sldMk cId="2622123970" sldId="2464"/>
        </pc:sldMkLst>
      </pc:sldChg>
      <pc:sldChg chg="del">
        <pc:chgData name="Aman Patial" userId="e3fd9069-1d14-4a0c-ae1d-8c3a2d937b00" providerId="ADAL" clId="{C348C6D0-8013-4EBA-A3E9-370280735E09}" dt="2023-01-26T10:40:48.542" v="230" actId="47"/>
        <pc:sldMkLst>
          <pc:docMk/>
          <pc:sldMk cId="997653519" sldId="2465"/>
        </pc:sldMkLst>
      </pc:sldChg>
      <pc:sldChg chg="del">
        <pc:chgData name="Aman Patial" userId="e3fd9069-1d14-4a0c-ae1d-8c3a2d937b00" providerId="ADAL" clId="{C348C6D0-8013-4EBA-A3E9-370280735E09}" dt="2023-01-26T10:40:46.460" v="228" actId="47"/>
        <pc:sldMkLst>
          <pc:docMk/>
          <pc:sldMk cId="2821676600" sldId="2466"/>
        </pc:sldMkLst>
      </pc:sldChg>
      <pc:sldChg chg="del">
        <pc:chgData name="Aman Patial" userId="e3fd9069-1d14-4a0c-ae1d-8c3a2d937b00" providerId="ADAL" clId="{C348C6D0-8013-4EBA-A3E9-370280735E09}" dt="2023-01-26T10:40:47.486" v="229" actId="47"/>
        <pc:sldMkLst>
          <pc:docMk/>
          <pc:sldMk cId="298245841" sldId="2467"/>
        </pc:sldMkLst>
      </pc:sldChg>
      <pc:sldChg chg="delSp modSp del mod ord">
        <pc:chgData name="Aman Patial" userId="e3fd9069-1d14-4a0c-ae1d-8c3a2d937b00" providerId="ADAL" clId="{C348C6D0-8013-4EBA-A3E9-370280735E09}" dt="2023-01-27T00:48:14.545" v="1868" actId="2696"/>
        <pc:sldMkLst>
          <pc:docMk/>
          <pc:sldMk cId="2047759813" sldId="2468"/>
        </pc:sldMkLst>
        <pc:spChg chg="del">
          <ac:chgData name="Aman Patial" userId="e3fd9069-1d14-4a0c-ae1d-8c3a2d937b00" providerId="ADAL" clId="{C348C6D0-8013-4EBA-A3E9-370280735E09}" dt="2023-01-27T00:48:04.887" v="1866" actId="478"/>
          <ac:spMkLst>
            <pc:docMk/>
            <pc:sldMk cId="2047759813" sldId="2468"/>
            <ac:spMk id="6" creationId="{080655C6-52C9-452E-9C38-20D2311E0C45}"/>
          </ac:spMkLst>
        </pc:spChg>
        <pc:picChg chg="mod">
          <ac:chgData name="Aman Patial" userId="e3fd9069-1d14-4a0c-ae1d-8c3a2d937b00" providerId="ADAL" clId="{C348C6D0-8013-4EBA-A3E9-370280735E09}" dt="2023-01-27T00:48:07.305" v="1867" actId="1076"/>
          <ac:picMkLst>
            <pc:docMk/>
            <pc:sldMk cId="2047759813" sldId="2468"/>
            <ac:picMk id="4098" creationId="{C196F263-6E2D-2961-0091-980EAFD2CEF1}"/>
          </ac:picMkLst>
        </pc:picChg>
      </pc:sldChg>
      <pc:sldChg chg="add del">
        <pc:chgData name="Aman Patial" userId="e3fd9069-1d14-4a0c-ae1d-8c3a2d937b00" providerId="ADAL" clId="{C348C6D0-8013-4EBA-A3E9-370280735E09}" dt="2023-01-26T14:10:21.041" v="1274" actId="2696"/>
        <pc:sldMkLst>
          <pc:docMk/>
          <pc:sldMk cId="1531787517" sldId="2469"/>
        </pc:sldMkLst>
      </pc:sldChg>
      <pc:sldChg chg="addSp modSp new del mod">
        <pc:chgData name="Aman Patial" userId="e3fd9069-1d14-4a0c-ae1d-8c3a2d937b00" providerId="ADAL" clId="{C348C6D0-8013-4EBA-A3E9-370280735E09}" dt="2023-01-26T13:00:46.213" v="394" actId="2696"/>
        <pc:sldMkLst>
          <pc:docMk/>
          <pc:sldMk cId="4196132560" sldId="2470"/>
        </pc:sldMkLst>
        <pc:spChg chg="mod">
          <ac:chgData name="Aman Patial" userId="e3fd9069-1d14-4a0c-ae1d-8c3a2d937b00" providerId="ADAL" clId="{C348C6D0-8013-4EBA-A3E9-370280735E09}" dt="2023-01-26T12:56:39.786" v="313" actId="20577"/>
          <ac:spMkLst>
            <pc:docMk/>
            <pc:sldMk cId="4196132560" sldId="2470"/>
            <ac:spMk id="2" creationId="{7BE5D476-71DA-A220-0C5F-AAA1DEC2146E}"/>
          </ac:spMkLst>
        </pc:spChg>
        <pc:spChg chg="mod">
          <ac:chgData name="Aman Patial" userId="e3fd9069-1d14-4a0c-ae1d-8c3a2d937b00" providerId="ADAL" clId="{C348C6D0-8013-4EBA-A3E9-370280735E09}" dt="2023-01-26T12:55:50.226" v="281" actId="27636"/>
          <ac:spMkLst>
            <pc:docMk/>
            <pc:sldMk cId="4196132560" sldId="2470"/>
            <ac:spMk id="3" creationId="{D1A5C1A7-3745-7705-6D8E-01FB227B866A}"/>
          </ac:spMkLst>
        </pc:spChg>
        <pc:spChg chg="add mod">
          <ac:chgData name="Aman Patial" userId="e3fd9069-1d14-4a0c-ae1d-8c3a2d937b00" providerId="ADAL" clId="{C348C6D0-8013-4EBA-A3E9-370280735E09}" dt="2023-01-26T12:55:56.853" v="283" actId="1076"/>
          <ac:spMkLst>
            <pc:docMk/>
            <pc:sldMk cId="4196132560" sldId="2470"/>
            <ac:spMk id="4" creationId="{530738B3-91F1-F665-4872-91D6455EC324}"/>
          </ac:spMkLst>
        </pc:spChg>
        <pc:spChg chg="add mod">
          <ac:chgData name="Aman Patial" userId="e3fd9069-1d14-4a0c-ae1d-8c3a2d937b00" providerId="ADAL" clId="{C348C6D0-8013-4EBA-A3E9-370280735E09}" dt="2023-01-26T12:55:56.853" v="283" actId="1076"/>
          <ac:spMkLst>
            <pc:docMk/>
            <pc:sldMk cId="4196132560" sldId="2470"/>
            <ac:spMk id="5" creationId="{139AA540-6F3E-EE86-24F0-259E6B2C2CF1}"/>
          </ac:spMkLst>
        </pc:spChg>
        <pc:spChg chg="add mod">
          <ac:chgData name="Aman Patial" userId="e3fd9069-1d14-4a0c-ae1d-8c3a2d937b00" providerId="ADAL" clId="{C348C6D0-8013-4EBA-A3E9-370280735E09}" dt="2023-01-26T12:55:56.853" v="283" actId="1076"/>
          <ac:spMkLst>
            <pc:docMk/>
            <pc:sldMk cId="4196132560" sldId="2470"/>
            <ac:spMk id="6" creationId="{3EBA2DBF-28EF-99DE-5BA8-06D5DC2BE1CB}"/>
          </ac:spMkLst>
        </pc:spChg>
        <pc:spChg chg="add mod">
          <ac:chgData name="Aman Patial" userId="e3fd9069-1d14-4a0c-ae1d-8c3a2d937b00" providerId="ADAL" clId="{C348C6D0-8013-4EBA-A3E9-370280735E09}" dt="2023-01-26T12:55:56.853" v="283" actId="1076"/>
          <ac:spMkLst>
            <pc:docMk/>
            <pc:sldMk cId="4196132560" sldId="2470"/>
            <ac:spMk id="7" creationId="{7C5136BB-E31D-93F9-18F4-7A1C35304F2B}"/>
          </ac:spMkLst>
        </pc:spChg>
        <pc:spChg chg="add mod">
          <ac:chgData name="Aman Patial" userId="e3fd9069-1d14-4a0c-ae1d-8c3a2d937b00" providerId="ADAL" clId="{C348C6D0-8013-4EBA-A3E9-370280735E09}" dt="2023-01-26T12:55:56.853" v="283" actId="1076"/>
          <ac:spMkLst>
            <pc:docMk/>
            <pc:sldMk cId="4196132560" sldId="2470"/>
            <ac:spMk id="8" creationId="{55D69926-CE84-1F4A-5196-07968C65CBE7}"/>
          </ac:spMkLst>
        </pc:spChg>
      </pc:sldChg>
      <pc:sldChg chg="addSp delSp modSp add mod">
        <pc:chgData name="Aman Patial" userId="e3fd9069-1d14-4a0c-ae1d-8c3a2d937b00" providerId="ADAL" clId="{C348C6D0-8013-4EBA-A3E9-370280735E09}" dt="2023-01-26T13:04:20.875" v="461" actId="20577"/>
        <pc:sldMkLst>
          <pc:docMk/>
          <pc:sldMk cId="1422370527" sldId="2471"/>
        </pc:sldMkLst>
        <pc:spChg chg="mod">
          <ac:chgData name="Aman Patial" userId="e3fd9069-1d14-4a0c-ae1d-8c3a2d937b00" providerId="ADAL" clId="{C348C6D0-8013-4EBA-A3E9-370280735E09}" dt="2023-01-26T13:04:20.875" v="461" actId="20577"/>
          <ac:spMkLst>
            <pc:docMk/>
            <pc:sldMk cId="1422370527" sldId="2471"/>
            <ac:spMk id="2" creationId="{5BBEA8DA-1FF0-1F43-9F2B-395BA5B870E7}"/>
          </ac:spMkLst>
        </pc:spChg>
        <pc:spChg chg="add del mod">
          <ac:chgData name="Aman Patial" userId="e3fd9069-1d14-4a0c-ae1d-8c3a2d937b00" providerId="ADAL" clId="{C348C6D0-8013-4EBA-A3E9-370280735E09}" dt="2023-01-26T13:01:25.701" v="399" actId="478"/>
          <ac:spMkLst>
            <pc:docMk/>
            <pc:sldMk cId="1422370527" sldId="2471"/>
            <ac:spMk id="3" creationId="{5E5AB6B6-84A9-B737-F02F-3ECB348A8B20}"/>
          </ac:spMkLst>
        </pc:spChg>
        <pc:spChg chg="add del mod">
          <ac:chgData name="Aman Patial" userId="e3fd9069-1d14-4a0c-ae1d-8c3a2d937b00" providerId="ADAL" clId="{C348C6D0-8013-4EBA-A3E9-370280735E09}" dt="2023-01-26T13:01:24.337" v="398" actId="478"/>
          <ac:spMkLst>
            <pc:docMk/>
            <pc:sldMk cId="1422370527" sldId="2471"/>
            <ac:spMk id="4" creationId="{852B4116-D289-438A-1828-CE66F522F3F7}"/>
          </ac:spMkLst>
        </pc:spChg>
        <pc:spChg chg="add del mod">
          <ac:chgData name="Aman Patial" userId="e3fd9069-1d14-4a0c-ae1d-8c3a2d937b00" providerId="ADAL" clId="{C348C6D0-8013-4EBA-A3E9-370280735E09}" dt="2023-01-26T13:01:27.065" v="400" actId="478"/>
          <ac:spMkLst>
            <pc:docMk/>
            <pc:sldMk cId="1422370527" sldId="2471"/>
            <ac:spMk id="5" creationId="{E7938063-421C-546C-13F9-9CAA24950258}"/>
          </ac:spMkLst>
        </pc:spChg>
        <pc:spChg chg="del">
          <ac:chgData name="Aman Patial" userId="e3fd9069-1d14-4a0c-ae1d-8c3a2d937b00" providerId="ADAL" clId="{C348C6D0-8013-4EBA-A3E9-370280735E09}" dt="2023-01-26T12:57:42.983" v="335" actId="478"/>
          <ac:spMkLst>
            <pc:docMk/>
            <pc:sldMk cId="1422370527" sldId="2471"/>
            <ac:spMk id="6" creationId="{080655C6-52C9-452E-9C38-20D2311E0C45}"/>
          </ac:spMkLst>
        </pc:spChg>
        <pc:spChg chg="add del mod">
          <ac:chgData name="Aman Patial" userId="e3fd9069-1d14-4a0c-ae1d-8c3a2d937b00" providerId="ADAL" clId="{C348C6D0-8013-4EBA-A3E9-370280735E09}" dt="2023-01-26T13:01:28.630" v="401" actId="478"/>
          <ac:spMkLst>
            <pc:docMk/>
            <pc:sldMk cId="1422370527" sldId="2471"/>
            <ac:spMk id="7" creationId="{5CE8E4A2-1BE8-284B-5FC3-0B9BA6D38FDF}"/>
          </ac:spMkLst>
        </pc:spChg>
        <pc:spChg chg="add del mod">
          <ac:chgData name="Aman Patial" userId="e3fd9069-1d14-4a0c-ae1d-8c3a2d937b00" providerId="ADAL" clId="{C348C6D0-8013-4EBA-A3E9-370280735E09}" dt="2023-01-26T13:01:29.763" v="402" actId="478"/>
          <ac:spMkLst>
            <pc:docMk/>
            <pc:sldMk cId="1422370527" sldId="2471"/>
            <ac:spMk id="8" creationId="{42A50F5C-F0D8-CE21-EE9E-07530EEAF215}"/>
          </ac:spMkLst>
        </pc:spChg>
        <pc:spChg chg="add mod">
          <ac:chgData name="Aman Patial" userId="e3fd9069-1d14-4a0c-ae1d-8c3a2d937b00" providerId="ADAL" clId="{C348C6D0-8013-4EBA-A3E9-370280735E09}" dt="2023-01-26T13:03:57.660" v="440" actId="20577"/>
          <ac:spMkLst>
            <pc:docMk/>
            <pc:sldMk cId="1422370527" sldId="2471"/>
            <ac:spMk id="9" creationId="{4E5A55CD-2A26-6145-B207-8BDBF34D8A6E}"/>
          </ac:spMkLst>
        </pc:spChg>
        <pc:spChg chg="add mod">
          <ac:chgData name="Aman Patial" userId="e3fd9069-1d14-4a0c-ae1d-8c3a2d937b00" providerId="ADAL" clId="{C348C6D0-8013-4EBA-A3E9-370280735E09}" dt="2023-01-26T13:03:45.121" v="435" actId="1076"/>
          <ac:spMkLst>
            <pc:docMk/>
            <pc:sldMk cId="1422370527" sldId="2471"/>
            <ac:spMk id="10" creationId="{217E4A9C-0BA2-A365-7784-67D2E4A54B31}"/>
          </ac:spMkLst>
        </pc:spChg>
        <pc:spChg chg="add mod">
          <ac:chgData name="Aman Patial" userId="e3fd9069-1d14-4a0c-ae1d-8c3a2d937b00" providerId="ADAL" clId="{C348C6D0-8013-4EBA-A3E9-370280735E09}" dt="2023-01-26T13:03:16.737" v="418" actId="5793"/>
          <ac:spMkLst>
            <pc:docMk/>
            <pc:sldMk cId="1422370527" sldId="2471"/>
            <ac:spMk id="11" creationId="{90C566D6-C9F9-BD05-7D66-DB5D126FD39C}"/>
          </ac:spMkLst>
        </pc:spChg>
        <pc:spChg chg="add mod">
          <ac:chgData name="Aman Patial" userId="e3fd9069-1d14-4a0c-ae1d-8c3a2d937b00" providerId="ADAL" clId="{C348C6D0-8013-4EBA-A3E9-370280735E09}" dt="2023-01-26T13:03:48.246" v="436" actId="1076"/>
          <ac:spMkLst>
            <pc:docMk/>
            <pc:sldMk cId="1422370527" sldId="2471"/>
            <ac:spMk id="12" creationId="{94719A33-406B-5DF1-2749-774BCCCC957C}"/>
          </ac:spMkLst>
        </pc:spChg>
        <pc:spChg chg="add mod">
          <ac:chgData name="Aman Patial" userId="e3fd9069-1d14-4a0c-ae1d-8c3a2d937b00" providerId="ADAL" clId="{C348C6D0-8013-4EBA-A3E9-370280735E09}" dt="2023-01-26T13:03:50.561" v="437" actId="1076"/>
          <ac:spMkLst>
            <pc:docMk/>
            <pc:sldMk cId="1422370527" sldId="2471"/>
            <ac:spMk id="13" creationId="{14AE1091-04DA-2334-A636-D8FC948DC523}"/>
          </ac:spMkLst>
        </pc:spChg>
      </pc:sldChg>
      <pc:sldChg chg="modSp add mod ord">
        <pc:chgData name="Aman Patial" userId="e3fd9069-1d14-4a0c-ae1d-8c3a2d937b00" providerId="ADAL" clId="{C348C6D0-8013-4EBA-A3E9-370280735E09}" dt="2023-01-26T13:04:38.985" v="463" actId="1076"/>
        <pc:sldMkLst>
          <pc:docMk/>
          <pc:sldMk cId="450170004" sldId="2472"/>
        </pc:sldMkLst>
        <pc:spChg chg="mod">
          <ac:chgData name="Aman Patial" userId="e3fd9069-1d14-4a0c-ae1d-8c3a2d937b00" providerId="ADAL" clId="{C348C6D0-8013-4EBA-A3E9-370280735E09}" dt="2023-01-26T13:04:11.591" v="450" actId="20577"/>
          <ac:spMkLst>
            <pc:docMk/>
            <pc:sldMk cId="450170004" sldId="2472"/>
            <ac:spMk id="2" creationId="{5BBEA8DA-1FF0-1F43-9F2B-395BA5B870E7}"/>
          </ac:spMkLst>
        </pc:spChg>
        <pc:spChg chg="mod">
          <ac:chgData name="Aman Patial" userId="e3fd9069-1d14-4a0c-ae1d-8c3a2d937b00" providerId="ADAL" clId="{C348C6D0-8013-4EBA-A3E9-370280735E09}" dt="2023-01-26T13:04:34.384" v="462" actId="1076"/>
          <ac:spMkLst>
            <pc:docMk/>
            <pc:sldMk cId="450170004" sldId="2472"/>
            <ac:spMk id="3" creationId="{5E5AB6B6-84A9-B737-F02F-3ECB348A8B20}"/>
          </ac:spMkLst>
        </pc:spChg>
        <pc:spChg chg="mod">
          <ac:chgData name="Aman Patial" userId="e3fd9069-1d14-4a0c-ae1d-8c3a2d937b00" providerId="ADAL" clId="{C348C6D0-8013-4EBA-A3E9-370280735E09}" dt="2023-01-26T13:04:38.985" v="463" actId="1076"/>
          <ac:spMkLst>
            <pc:docMk/>
            <pc:sldMk cId="450170004" sldId="2472"/>
            <ac:spMk id="4" creationId="{852B4116-D289-438A-1828-CE66F522F3F7}"/>
          </ac:spMkLst>
        </pc:spChg>
      </pc:sldChg>
      <pc:sldChg chg="addSp delSp modSp add mod">
        <pc:chgData name="Aman Patial" userId="e3fd9069-1d14-4a0c-ae1d-8c3a2d937b00" providerId="ADAL" clId="{C348C6D0-8013-4EBA-A3E9-370280735E09}" dt="2023-01-26T13:15:42.075" v="645"/>
        <pc:sldMkLst>
          <pc:docMk/>
          <pc:sldMk cId="2316572045" sldId="2473"/>
        </pc:sldMkLst>
        <pc:spChg chg="mod">
          <ac:chgData name="Aman Patial" userId="e3fd9069-1d14-4a0c-ae1d-8c3a2d937b00" providerId="ADAL" clId="{C348C6D0-8013-4EBA-A3E9-370280735E09}" dt="2023-01-26T13:15:42.075" v="645"/>
          <ac:spMkLst>
            <pc:docMk/>
            <pc:sldMk cId="2316572045" sldId="2473"/>
            <ac:spMk id="2" creationId="{5BBEA8DA-1FF0-1F43-9F2B-395BA5B870E7}"/>
          </ac:spMkLst>
        </pc:spChg>
        <pc:spChg chg="add mod">
          <ac:chgData name="Aman Patial" userId="e3fd9069-1d14-4a0c-ae1d-8c3a2d937b00" providerId="ADAL" clId="{C348C6D0-8013-4EBA-A3E9-370280735E09}" dt="2023-01-26T13:08:27.062" v="545" actId="1076"/>
          <ac:spMkLst>
            <pc:docMk/>
            <pc:sldMk cId="2316572045" sldId="2473"/>
            <ac:spMk id="3" creationId="{AFBD9926-A866-0A98-DE6E-99232EA9A233}"/>
          </ac:spMkLst>
        </pc:spChg>
        <pc:spChg chg="add mod">
          <ac:chgData name="Aman Patial" userId="e3fd9069-1d14-4a0c-ae1d-8c3a2d937b00" providerId="ADAL" clId="{C348C6D0-8013-4EBA-A3E9-370280735E09}" dt="2023-01-26T13:09:33.305" v="557" actId="1035"/>
          <ac:spMkLst>
            <pc:docMk/>
            <pc:sldMk cId="2316572045" sldId="2473"/>
            <ac:spMk id="4" creationId="{05BAFE75-4E20-8CD3-5823-5A331CE00FED}"/>
          </ac:spMkLst>
        </pc:spChg>
        <pc:spChg chg="add mod">
          <ac:chgData name="Aman Patial" userId="e3fd9069-1d14-4a0c-ae1d-8c3a2d937b00" providerId="ADAL" clId="{C348C6D0-8013-4EBA-A3E9-370280735E09}" dt="2023-01-26T13:09:37.072" v="560" actId="1035"/>
          <ac:spMkLst>
            <pc:docMk/>
            <pc:sldMk cId="2316572045" sldId="2473"/>
            <ac:spMk id="5" creationId="{77BEB800-3E6F-E6E1-2BCB-5661D932B93D}"/>
          </ac:spMkLst>
        </pc:spChg>
        <pc:spChg chg="add mod">
          <ac:chgData name="Aman Patial" userId="e3fd9069-1d14-4a0c-ae1d-8c3a2d937b00" providerId="ADAL" clId="{C348C6D0-8013-4EBA-A3E9-370280735E09}" dt="2023-01-26T13:09:41.358" v="563" actId="1035"/>
          <ac:spMkLst>
            <pc:docMk/>
            <pc:sldMk cId="2316572045" sldId="2473"/>
            <ac:spMk id="6" creationId="{FC2AAD8D-E566-BC3E-6296-A4879B65410C}"/>
          </ac:spMkLst>
        </pc:spChg>
        <pc:spChg chg="add mod">
          <ac:chgData name="Aman Patial" userId="e3fd9069-1d14-4a0c-ae1d-8c3a2d937b00" providerId="ADAL" clId="{C348C6D0-8013-4EBA-A3E9-370280735E09}" dt="2023-01-26T13:09:44.541" v="568" actId="1035"/>
          <ac:spMkLst>
            <pc:docMk/>
            <pc:sldMk cId="2316572045" sldId="2473"/>
            <ac:spMk id="7" creationId="{27F842A2-637A-F215-DF61-03673FA303A3}"/>
          </ac:spMkLst>
        </pc:spChg>
        <pc:spChg chg="del mod">
          <ac:chgData name="Aman Patial" userId="e3fd9069-1d14-4a0c-ae1d-8c3a2d937b00" providerId="ADAL" clId="{C348C6D0-8013-4EBA-A3E9-370280735E09}" dt="2023-01-26T13:06:09.380" v="511" actId="478"/>
          <ac:spMkLst>
            <pc:docMk/>
            <pc:sldMk cId="2316572045" sldId="2473"/>
            <ac:spMk id="9" creationId="{4E5A55CD-2A26-6145-B207-8BDBF34D8A6E}"/>
          </ac:spMkLst>
        </pc:spChg>
        <pc:spChg chg="del">
          <ac:chgData name="Aman Patial" userId="e3fd9069-1d14-4a0c-ae1d-8c3a2d937b00" providerId="ADAL" clId="{C348C6D0-8013-4EBA-A3E9-370280735E09}" dt="2023-01-26T13:06:11.216" v="512" actId="478"/>
          <ac:spMkLst>
            <pc:docMk/>
            <pc:sldMk cId="2316572045" sldId="2473"/>
            <ac:spMk id="10" creationId="{217E4A9C-0BA2-A365-7784-67D2E4A54B31}"/>
          </ac:spMkLst>
        </pc:spChg>
        <pc:spChg chg="del">
          <ac:chgData name="Aman Patial" userId="e3fd9069-1d14-4a0c-ae1d-8c3a2d937b00" providerId="ADAL" clId="{C348C6D0-8013-4EBA-A3E9-370280735E09}" dt="2023-01-26T13:06:13.177" v="513" actId="478"/>
          <ac:spMkLst>
            <pc:docMk/>
            <pc:sldMk cId="2316572045" sldId="2473"/>
            <ac:spMk id="11" creationId="{90C566D6-C9F9-BD05-7D66-DB5D126FD39C}"/>
          </ac:spMkLst>
        </pc:spChg>
        <pc:spChg chg="del">
          <ac:chgData name="Aman Patial" userId="e3fd9069-1d14-4a0c-ae1d-8c3a2d937b00" providerId="ADAL" clId="{C348C6D0-8013-4EBA-A3E9-370280735E09}" dt="2023-01-26T13:06:14.917" v="514" actId="478"/>
          <ac:spMkLst>
            <pc:docMk/>
            <pc:sldMk cId="2316572045" sldId="2473"/>
            <ac:spMk id="12" creationId="{94719A33-406B-5DF1-2749-774BCCCC957C}"/>
          </ac:spMkLst>
        </pc:spChg>
        <pc:spChg chg="del">
          <ac:chgData name="Aman Patial" userId="e3fd9069-1d14-4a0c-ae1d-8c3a2d937b00" providerId="ADAL" clId="{C348C6D0-8013-4EBA-A3E9-370280735E09}" dt="2023-01-26T13:06:17.063" v="515" actId="478"/>
          <ac:spMkLst>
            <pc:docMk/>
            <pc:sldMk cId="2316572045" sldId="2473"/>
            <ac:spMk id="13" creationId="{14AE1091-04DA-2334-A636-D8FC948DC523}"/>
          </ac:spMkLst>
        </pc:spChg>
      </pc:sldChg>
      <pc:sldChg chg="addSp delSp modSp add mod ord">
        <pc:chgData name="Aman Patial" userId="e3fd9069-1d14-4a0c-ae1d-8c3a2d937b00" providerId="ADAL" clId="{C348C6D0-8013-4EBA-A3E9-370280735E09}" dt="2023-01-26T13:17:00.913" v="688" actId="1076"/>
        <pc:sldMkLst>
          <pc:docMk/>
          <pc:sldMk cId="2514057400" sldId="2474"/>
        </pc:sldMkLst>
        <pc:spChg chg="mod">
          <ac:chgData name="Aman Patial" userId="e3fd9069-1d14-4a0c-ae1d-8c3a2d937b00" providerId="ADAL" clId="{C348C6D0-8013-4EBA-A3E9-370280735E09}" dt="2023-01-26T13:16:34.737" v="681" actId="20577"/>
          <ac:spMkLst>
            <pc:docMk/>
            <pc:sldMk cId="2514057400" sldId="2474"/>
            <ac:spMk id="2" creationId="{5BBEA8DA-1FF0-1F43-9F2B-395BA5B870E7}"/>
          </ac:spMkLst>
        </pc:spChg>
        <pc:spChg chg="del">
          <ac:chgData name="Aman Patial" userId="e3fd9069-1d14-4a0c-ae1d-8c3a2d937b00" providerId="ADAL" clId="{C348C6D0-8013-4EBA-A3E9-370280735E09}" dt="2023-01-26T13:10:22.484" v="570" actId="478"/>
          <ac:spMkLst>
            <pc:docMk/>
            <pc:sldMk cId="2514057400" sldId="2474"/>
            <ac:spMk id="3" creationId="{AFBD9926-A866-0A98-DE6E-99232EA9A233}"/>
          </ac:spMkLst>
        </pc:spChg>
        <pc:spChg chg="del">
          <ac:chgData name="Aman Patial" userId="e3fd9069-1d14-4a0c-ae1d-8c3a2d937b00" providerId="ADAL" clId="{C348C6D0-8013-4EBA-A3E9-370280735E09}" dt="2023-01-26T13:10:24.165" v="571" actId="478"/>
          <ac:spMkLst>
            <pc:docMk/>
            <pc:sldMk cId="2514057400" sldId="2474"/>
            <ac:spMk id="4" creationId="{05BAFE75-4E20-8CD3-5823-5A331CE00FED}"/>
          </ac:spMkLst>
        </pc:spChg>
        <pc:spChg chg="del">
          <ac:chgData name="Aman Patial" userId="e3fd9069-1d14-4a0c-ae1d-8c3a2d937b00" providerId="ADAL" clId="{C348C6D0-8013-4EBA-A3E9-370280735E09}" dt="2023-01-26T13:10:25.892" v="572" actId="478"/>
          <ac:spMkLst>
            <pc:docMk/>
            <pc:sldMk cId="2514057400" sldId="2474"/>
            <ac:spMk id="5" creationId="{77BEB800-3E6F-E6E1-2BCB-5661D932B93D}"/>
          </ac:spMkLst>
        </pc:spChg>
        <pc:spChg chg="del">
          <ac:chgData name="Aman Patial" userId="e3fd9069-1d14-4a0c-ae1d-8c3a2d937b00" providerId="ADAL" clId="{C348C6D0-8013-4EBA-A3E9-370280735E09}" dt="2023-01-26T13:10:27.038" v="573" actId="478"/>
          <ac:spMkLst>
            <pc:docMk/>
            <pc:sldMk cId="2514057400" sldId="2474"/>
            <ac:spMk id="6" creationId="{FC2AAD8D-E566-BC3E-6296-A4879B65410C}"/>
          </ac:spMkLst>
        </pc:spChg>
        <pc:spChg chg="del">
          <ac:chgData name="Aman Patial" userId="e3fd9069-1d14-4a0c-ae1d-8c3a2d937b00" providerId="ADAL" clId="{C348C6D0-8013-4EBA-A3E9-370280735E09}" dt="2023-01-26T13:10:28.780" v="574" actId="478"/>
          <ac:spMkLst>
            <pc:docMk/>
            <pc:sldMk cId="2514057400" sldId="2474"/>
            <ac:spMk id="7" creationId="{27F842A2-637A-F215-DF61-03673FA303A3}"/>
          </ac:spMkLst>
        </pc:spChg>
        <pc:spChg chg="add mod">
          <ac:chgData name="Aman Patial" userId="e3fd9069-1d14-4a0c-ae1d-8c3a2d937b00" providerId="ADAL" clId="{C348C6D0-8013-4EBA-A3E9-370280735E09}" dt="2023-01-26T13:16:38.469" v="682" actId="1076"/>
          <ac:spMkLst>
            <pc:docMk/>
            <pc:sldMk cId="2514057400" sldId="2474"/>
            <ac:spMk id="8" creationId="{238E7676-6E12-1892-B929-2E7CC500EE34}"/>
          </ac:spMkLst>
        </pc:spChg>
        <pc:spChg chg="add mod">
          <ac:chgData name="Aman Patial" userId="e3fd9069-1d14-4a0c-ae1d-8c3a2d937b00" providerId="ADAL" clId="{C348C6D0-8013-4EBA-A3E9-370280735E09}" dt="2023-01-26T13:16:52.555" v="686" actId="1076"/>
          <ac:spMkLst>
            <pc:docMk/>
            <pc:sldMk cId="2514057400" sldId="2474"/>
            <ac:spMk id="9" creationId="{02A8E85D-54F0-F58D-3EA1-EDC8E6240FB4}"/>
          </ac:spMkLst>
        </pc:spChg>
        <pc:spChg chg="add mod">
          <ac:chgData name="Aman Patial" userId="e3fd9069-1d14-4a0c-ae1d-8c3a2d937b00" providerId="ADAL" clId="{C348C6D0-8013-4EBA-A3E9-370280735E09}" dt="2023-01-26T13:16:57.049" v="687" actId="1076"/>
          <ac:spMkLst>
            <pc:docMk/>
            <pc:sldMk cId="2514057400" sldId="2474"/>
            <ac:spMk id="10" creationId="{3DFE04B8-E5A6-094F-FCB3-FC3B0FC61F0B}"/>
          </ac:spMkLst>
        </pc:spChg>
        <pc:spChg chg="add mod">
          <ac:chgData name="Aman Patial" userId="e3fd9069-1d14-4a0c-ae1d-8c3a2d937b00" providerId="ADAL" clId="{C348C6D0-8013-4EBA-A3E9-370280735E09}" dt="2023-01-26T13:17:00.913" v="688" actId="1076"/>
          <ac:spMkLst>
            <pc:docMk/>
            <pc:sldMk cId="2514057400" sldId="2474"/>
            <ac:spMk id="11" creationId="{F799EC93-8435-DDC8-6097-7F65CE945D0F}"/>
          </ac:spMkLst>
        </pc:spChg>
      </pc:sldChg>
      <pc:sldChg chg="addSp delSp modSp add mod">
        <pc:chgData name="Aman Patial" userId="e3fd9069-1d14-4a0c-ae1d-8c3a2d937b00" providerId="ADAL" clId="{C348C6D0-8013-4EBA-A3E9-370280735E09}" dt="2023-01-26T13:16:31.081" v="680" actId="20577"/>
        <pc:sldMkLst>
          <pc:docMk/>
          <pc:sldMk cId="1988800730" sldId="2475"/>
        </pc:sldMkLst>
        <pc:spChg chg="mod">
          <ac:chgData name="Aman Patial" userId="e3fd9069-1d14-4a0c-ae1d-8c3a2d937b00" providerId="ADAL" clId="{C348C6D0-8013-4EBA-A3E9-370280735E09}" dt="2023-01-26T13:16:31.081" v="680" actId="20577"/>
          <ac:spMkLst>
            <pc:docMk/>
            <pc:sldMk cId="1988800730" sldId="2475"/>
            <ac:spMk id="2" creationId="{5BBEA8DA-1FF0-1F43-9F2B-395BA5B870E7}"/>
          </ac:spMkLst>
        </pc:spChg>
        <pc:spChg chg="del">
          <ac:chgData name="Aman Patial" userId="e3fd9069-1d14-4a0c-ae1d-8c3a2d937b00" providerId="ADAL" clId="{C348C6D0-8013-4EBA-A3E9-370280735E09}" dt="2023-01-26T13:11:15.082" v="580" actId="478"/>
          <ac:spMkLst>
            <pc:docMk/>
            <pc:sldMk cId="1988800730" sldId="2475"/>
            <ac:spMk id="3" creationId="{AFBD9926-A866-0A98-DE6E-99232EA9A233}"/>
          </ac:spMkLst>
        </pc:spChg>
        <pc:spChg chg="del">
          <ac:chgData name="Aman Patial" userId="e3fd9069-1d14-4a0c-ae1d-8c3a2d937b00" providerId="ADAL" clId="{C348C6D0-8013-4EBA-A3E9-370280735E09}" dt="2023-01-26T13:11:16.073" v="581" actId="478"/>
          <ac:spMkLst>
            <pc:docMk/>
            <pc:sldMk cId="1988800730" sldId="2475"/>
            <ac:spMk id="4" creationId="{05BAFE75-4E20-8CD3-5823-5A331CE00FED}"/>
          </ac:spMkLst>
        </pc:spChg>
        <pc:spChg chg="del">
          <ac:chgData name="Aman Patial" userId="e3fd9069-1d14-4a0c-ae1d-8c3a2d937b00" providerId="ADAL" clId="{C348C6D0-8013-4EBA-A3E9-370280735E09}" dt="2023-01-26T13:11:17.892" v="582" actId="478"/>
          <ac:spMkLst>
            <pc:docMk/>
            <pc:sldMk cId="1988800730" sldId="2475"/>
            <ac:spMk id="5" creationId="{77BEB800-3E6F-E6E1-2BCB-5661D932B93D}"/>
          </ac:spMkLst>
        </pc:spChg>
        <pc:spChg chg="del mod">
          <ac:chgData name="Aman Patial" userId="e3fd9069-1d14-4a0c-ae1d-8c3a2d937b00" providerId="ADAL" clId="{C348C6D0-8013-4EBA-A3E9-370280735E09}" dt="2023-01-26T13:11:19.284" v="584" actId="478"/>
          <ac:spMkLst>
            <pc:docMk/>
            <pc:sldMk cId="1988800730" sldId="2475"/>
            <ac:spMk id="6" creationId="{FC2AAD8D-E566-BC3E-6296-A4879B65410C}"/>
          </ac:spMkLst>
        </pc:spChg>
        <pc:spChg chg="del mod">
          <ac:chgData name="Aman Patial" userId="e3fd9069-1d14-4a0c-ae1d-8c3a2d937b00" providerId="ADAL" clId="{C348C6D0-8013-4EBA-A3E9-370280735E09}" dt="2023-01-26T13:11:21.358" v="586" actId="478"/>
          <ac:spMkLst>
            <pc:docMk/>
            <pc:sldMk cId="1988800730" sldId="2475"/>
            <ac:spMk id="7" creationId="{27F842A2-637A-F215-DF61-03673FA303A3}"/>
          </ac:spMkLst>
        </pc:spChg>
        <pc:spChg chg="add mod">
          <ac:chgData name="Aman Patial" userId="e3fd9069-1d14-4a0c-ae1d-8c3a2d937b00" providerId="ADAL" clId="{C348C6D0-8013-4EBA-A3E9-370280735E09}" dt="2023-01-26T13:13:40.680" v="641" actId="14100"/>
          <ac:spMkLst>
            <pc:docMk/>
            <pc:sldMk cId="1988800730" sldId="2475"/>
            <ac:spMk id="8" creationId="{EBF060A5-0E55-B9B3-67FB-2104AB86519D}"/>
          </ac:spMkLst>
        </pc:spChg>
        <pc:spChg chg="add mod">
          <ac:chgData name="Aman Patial" userId="e3fd9069-1d14-4a0c-ae1d-8c3a2d937b00" providerId="ADAL" clId="{C348C6D0-8013-4EBA-A3E9-370280735E09}" dt="2023-01-26T13:13:37.882" v="640" actId="14100"/>
          <ac:spMkLst>
            <pc:docMk/>
            <pc:sldMk cId="1988800730" sldId="2475"/>
            <ac:spMk id="9" creationId="{3AFFF001-BF7A-7681-8F5C-3F75EE0B9A1C}"/>
          </ac:spMkLst>
        </pc:spChg>
        <pc:spChg chg="add mod">
          <ac:chgData name="Aman Patial" userId="e3fd9069-1d14-4a0c-ae1d-8c3a2d937b00" providerId="ADAL" clId="{C348C6D0-8013-4EBA-A3E9-370280735E09}" dt="2023-01-26T13:13:45.747" v="644" actId="14100"/>
          <ac:spMkLst>
            <pc:docMk/>
            <pc:sldMk cId="1988800730" sldId="2475"/>
            <ac:spMk id="10" creationId="{B6D10657-50C4-1638-B9FD-08D76A792124}"/>
          </ac:spMkLst>
        </pc:spChg>
      </pc:sldChg>
      <pc:sldChg chg="addSp delSp modSp add mod">
        <pc:chgData name="Aman Patial" userId="e3fd9069-1d14-4a0c-ae1d-8c3a2d937b00" providerId="ADAL" clId="{C348C6D0-8013-4EBA-A3E9-370280735E09}" dt="2023-01-27T00:39:36.131" v="1833" actId="313"/>
        <pc:sldMkLst>
          <pc:docMk/>
          <pc:sldMk cId="1137641030" sldId="2476"/>
        </pc:sldMkLst>
        <pc:spChg chg="mod">
          <ac:chgData name="Aman Patial" userId="e3fd9069-1d14-4a0c-ae1d-8c3a2d937b00" providerId="ADAL" clId="{C348C6D0-8013-4EBA-A3E9-370280735E09}" dt="2023-01-27T00:35:27.014" v="1785" actId="20577"/>
          <ac:spMkLst>
            <pc:docMk/>
            <pc:sldMk cId="1137641030" sldId="2476"/>
            <ac:spMk id="2" creationId="{5BBEA8DA-1FF0-1F43-9F2B-395BA5B870E7}"/>
          </ac:spMkLst>
        </pc:spChg>
        <pc:spChg chg="add del">
          <ac:chgData name="Aman Patial" userId="e3fd9069-1d14-4a0c-ae1d-8c3a2d937b00" providerId="ADAL" clId="{C348C6D0-8013-4EBA-A3E9-370280735E09}" dt="2023-01-26T13:18:20.940" v="692" actId="22"/>
          <ac:spMkLst>
            <pc:docMk/>
            <pc:sldMk cId="1137641030" sldId="2476"/>
            <ac:spMk id="4" creationId="{AA7CF120-D263-F367-DB77-24DADB61B93E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5" creationId="{679D3DCA-8637-B478-96BF-A534C7031A27}"/>
          </ac:spMkLst>
        </pc:spChg>
        <pc:spChg chg="del">
          <ac:chgData name="Aman Patial" userId="e3fd9069-1d14-4a0c-ae1d-8c3a2d937b00" providerId="ADAL" clId="{C348C6D0-8013-4EBA-A3E9-370280735E09}" dt="2023-01-26T13:18:18.774" v="690" actId="478"/>
          <ac:spMkLst>
            <pc:docMk/>
            <pc:sldMk cId="1137641030" sldId="2476"/>
            <ac:spMk id="6" creationId="{080655C6-52C9-452E-9C38-20D2311E0C45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7" creationId="{C91CE5FF-EA5F-FAD2-1F18-5C22A7CD3647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8" creationId="{C11CC1BB-DBEF-D9CE-5099-E48F5D51F4A6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9" creationId="{CDF48271-2596-6BBD-E5FB-0146665DFEBC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0" creationId="{D3265EDC-A6F2-FA52-4184-86A73D2D8F4D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1" creationId="{F7B0E59C-CFB3-2184-69A6-E65FD42E4E3D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2" creationId="{9112C520-7882-D13F-9D11-3D0B714D6077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3" creationId="{F8058652-1D02-13F5-DC92-B6FCF8BD2728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4" creationId="{F8ABDDB1-D3EC-CDDA-DC06-B888C94BF7C1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5" creationId="{B7FB0D6E-7FED-AC88-D75F-3BE46FEDEFEB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6" creationId="{14A18661-68C5-8D5D-B814-6E19F14C2EB1}"/>
          </ac:spMkLst>
        </pc:spChg>
        <pc:spChg chg="add del mod">
          <ac:chgData name="Aman Patial" userId="e3fd9069-1d14-4a0c-ae1d-8c3a2d937b00" providerId="ADAL" clId="{C348C6D0-8013-4EBA-A3E9-370280735E09}" dt="2023-01-26T13:18:49.254" v="694"/>
          <ac:spMkLst>
            <pc:docMk/>
            <pc:sldMk cId="1137641030" sldId="2476"/>
            <ac:spMk id="17" creationId="{9E8411B1-9072-A10A-9803-9E5D767C757B}"/>
          </ac:spMkLst>
        </pc:spChg>
        <pc:spChg chg="mod">
          <ac:chgData name="Aman Patial" userId="e3fd9069-1d14-4a0c-ae1d-8c3a2d937b00" providerId="ADAL" clId="{C348C6D0-8013-4EBA-A3E9-370280735E09}" dt="2023-01-26T13:18:43.022" v="693"/>
          <ac:spMkLst>
            <pc:docMk/>
            <pc:sldMk cId="1137641030" sldId="2476"/>
            <ac:spMk id="24" creationId="{AA1E14AB-BB17-51FE-7AB7-E6F379ED8B1B}"/>
          </ac:spMkLst>
        </pc:spChg>
        <pc:spChg chg="mod">
          <ac:chgData name="Aman Patial" userId="e3fd9069-1d14-4a0c-ae1d-8c3a2d937b00" providerId="ADAL" clId="{C348C6D0-8013-4EBA-A3E9-370280735E09}" dt="2023-01-26T13:18:43.022" v="693"/>
          <ac:spMkLst>
            <pc:docMk/>
            <pc:sldMk cId="1137641030" sldId="2476"/>
            <ac:spMk id="25" creationId="{0A1E9469-52F4-7B32-F7C9-C3736C7C9D08}"/>
          </ac:spMkLst>
        </pc:spChg>
        <pc:spChg chg="mod">
          <ac:chgData name="Aman Patial" userId="e3fd9069-1d14-4a0c-ae1d-8c3a2d937b00" providerId="ADAL" clId="{C348C6D0-8013-4EBA-A3E9-370280735E09}" dt="2023-01-26T13:18:43.022" v="693"/>
          <ac:spMkLst>
            <pc:docMk/>
            <pc:sldMk cId="1137641030" sldId="2476"/>
            <ac:spMk id="26" creationId="{B222542D-BF0F-B467-AF09-B6ACC641E036}"/>
          </ac:spMkLst>
        </pc:spChg>
        <pc:spChg chg="mod">
          <ac:chgData name="Aman Patial" userId="e3fd9069-1d14-4a0c-ae1d-8c3a2d937b00" providerId="ADAL" clId="{C348C6D0-8013-4EBA-A3E9-370280735E09}" dt="2023-01-26T13:18:43.022" v="693"/>
          <ac:spMkLst>
            <pc:docMk/>
            <pc:sldMk cId="1137641030" sldId="2476"/>
            <ac:spMk id="35" creationId="{BBDE8B4A-F92C-27DA-0AB4-93366615D202}"/>
          </ac:spMkLst>
        </pc:spChg>
        <pc:spChg chg="add mod">
          <ac:chgData name="Aman Patial" userId="e3fd9069-1d14-4a0c-ae1d-8c3a2d937b00" providerId="ADAL" clId="{C348C6D0-8013-4EBA-A3E9-370280735E09}" dt="2023-01-27T00:33:18.859" v="1755" actId="20577"/>
          <ac:spMkLst>
            <pc:docMk/>
            <pc:sldMk cId="1137641030" sldId="2476"/>
            <ac:spMk id="40" creationId="{FBBA7FB8-957E-3A74-1929-59921D8CD1BE}"/>
          </ac:spMkLst>
        </pc:spChg>
        <pc:spChg chg="add mod">
          <ac:chgData name="Aman Patial" userId="e3fd9069-1d14-4a0c-ae1d-8c3a2d937b00" providerId="ADAL" clId="{C348C6D0-8013-4EBA-A3E9-370280735E09}" dt="2023-01-27T00:20:43.682" v="1732" actId="1076"/>
          <ac:spMkLst>
            <pc:docMk/>
            <pc:sldMk cId="1137641030" sldId="2476"/>
            <ac:spMk id="41" creationId="{7174224D-2A01-5EEF-7E68-96D342D0216C}"/>
          </ac:spMkLst>
        </pc:spChg>
        <pc:spChg chg="add mod">
          <ac:chgData name="Aman Patial" userId="e3fd9069-1d14-4a0c-ae1d-8c3a2d937b00" providerId="ADAL" clId="{C348C6D0-8013-4EBA-A3E9-370280735E09}" dt="2023-01-27T00:39:07.917" v="1825" actId="20577"/>
          <ac:spMkLst>
            <pc:docMk/>
            <pc:sldMk cId="1137641030" sldId="2476"/>
            <ac:spMk id="42" creationId="{42DD762A-343C-2672-E0EB-34B16E387836}"/>
          </ac:spMkLst>
        </pc:spChg>
        <pc:spChg chg="add mod">
          <ac:chgData name="Aman Patial" userId="e3fd9069-1d14-4a0c-ae1d-8c3a2d937b00" providerId="ADAL" clId="{C348C6D0-8013-4EBA-A3E9-370280735E09}" dt="2023-01-27T00:33:02.152" v="1747" actId="20577"/>
          <ac:spMkLst>
            <pc:docMk/>
            <pc:sldMk cId="1137641030" sldId="2476"/>
            <ac:spMk id="43" creationId="{A81C9C92-0E1C-8C93-240E-9F45154385C4}"/>
          </ac:spMkLst>
        </pc:spChg>
        <pc:spChg chg="add mod">
          <ac:chgData name="Aman Patial" userId="e3fd9069-1d14-4a0c-ae1d-8c3a2d937b00" providerId="ADAL" clId="{C348C6D0-8013-4EBA-A3E9-370280735E09}" dt="2023-01-27T00:25:30.418" v="1739" actId="20577"/>
          <ac:spMkLst>
            <pc:docMk/>
            <pc:sldMk cId="1137641030" sldId="2476"/>
            <ac:spMk id="44" creationId="{C9FC6096-1DC4-A062-613E-12EC70DCA992}"/>
          </ac:spMkLst>
        </pc:spChg>
        <pc:spChg chg="add mod">
          <ac:chgData name="Aman Patial" userId="e3fd9069-1d14-4a0c-ae1d-8c3a2d937b00" providerId="ADAL" clId="{C348C6D0-8013-4EBA-A3E9-370280735E09}" dt="2023-01-27T00:20:43.682" v="1732" actId="1076"/>
          <ac:spMkLst>
            <pc:docMk/>
            <pc:sldMk cId="1137641030" sldId="2476"/>
            <ac:spMk id="45" creationId="{5A13D53E-919B-7F93-B76D-096B1F0025E1}"/>
          </ac:spMkLst>
        </pc:spChg>
        <pc:spChg chg="add mod">
          <ac:chgData name="Aman Patial" userId="e3fd9069-1d14-4a0c-ae1d-8c3a2d937b00" providerId="ADAL" clId="{C348C6D0-8013-4EBA-A3E9-370280735E09}" dt="2023-01-27T00:36:43.687" v="1800" actId="20577"/>
          <ac:spMkLst>
            <pc:docMk/>
            <pc:sldMk cId="1137641030" sldId="2476"/>
            <ac:spMk id="46" creationId="{ACFE7B0F-55CC-0375-24AD-0E905B83D063}"/>
          </ac:spMkLst>
        </pc:spChg>
        <pc:spChg chg="add mod">
          <ac:chgData name="Aman Patial" userId="e3fd9069-1d14-4a0c-ae1d-8c3a2d937b00" providerId="ADAL" clId="{C348C6D0-8013-4EBA-A3E9-370280735E09}" dt="2023-01-27T00:37:08.862" v="1802" actId="313"/>
          <ac:spMkLst>
            <pc:docMk/>
            <pc:sldMk cId="1137641030" sldId="2476"/>
            <ac:spMk id="47" creationId="{E4A2C92F-EA7F-7290-0A90-60338D43E1CD}"/>
          </ac:spMkLst>
        </pc:spChg>
        <pc:spChg chg="add mod">
          <ac:chgData name="Aman Patial" userId="e3fd9069-1d14-4a0c-ae1d-8c3a2d937b00" providerId="ADAL" clId="{C348C6D0-8013-4EBA-A3E9-370280735E09}" dt="2023-01-27T00:20:43.682" v="1732" actId="1076"/>
          <ac:spMkLst>
            <pc:docMk/>
            <pc:sldMk cId="1137641030" sldId="2476"/>
            <ac:spMk id="48" creationId="{AEE3DB71-CBBF-1BB5-CCD2-619063BE78E6}"/>
          </ac:spMkLst>
        </pc:spChg>
        <pc:spChg chg="add mod">
          <ac:chgData name="Aman Patial" userId="e3fd9069-1d14-4a0c-ae1d-8c3a2d937b00" providerId="ADAL" clId="{C348C6D0-8013-4EBA-A3E9-370280735E09}" dt="2023-01-27T00:39:36.131" v="1833" actId="313"/>
          <ac:spMkLst>
            <pc:docMk/>
            <pc:sldMk cId="1137641030" sldId="2476"/>
            <ac:spMk id="49" creationId="{B30F960D-2534-4A7D-FACB-37E29C5D55FB}"/>
          </ac:spMkLst>
        </pc:spChg>
        <pc:spChg chg="add mod">
          <ac:chgData name="Aman Patial" userId="e3fd9069-1d14-4a0c-ae1d-8c3a2d937b00" providerId="ADAL" clId="{C348C6D0-8013-4EBA-A3E9-370280735E09}" dt="2023-01-27T00:20:43.682" v="1732" actId="1076"/>
          <ac:spMkLst>
            <pc:docMk/>
            <pc:sldMk cId="1137641030" sldId="2476"/>
            <ac:spMk id="50" creationId="{7C6496CC-A69B-C935-8AEB-18D5DC22C3E5}"/>
          </ac:spMkLst>
        </pc:spChg>
        <pc:spChg chg="add mod">
          <ac:chgData name="Aman Patial" userId="e3fd9069-1d14-4a0c-ae1d-8c3a2d937b00" providerId="ADAL" clId="{C348C6D0-8013-4EBA-A3E9-370280735E09}" dt="2023-01-27T00:39:32.221" v="1832" actId="20577"/>
          <ac:spMkLst>
            <pc:docMk/>
            <pc:sldMk cId="1137641030" sldId="2476"/>
            <ac:spMk id="51" creationId="{F89A7224-F12B-AE65-33B5-81DAB3924BD3}"/>
          </ac:spMkLst>
        </pc:spChg>
        <pc:spChg chg="mod">
          <ac:chgData name="Aman Patial" userId="e3fd9069-1d14-4a0c-ae1d-8c3a2d937b00" providerId="ADAL" clId="{C348C6D0-8013-4EBA-A3E9-370280735E09}" dt="2023-01-27T00:37:18.265" v="1803" actId="207"/>
          <ac:spMkLst>
            <pc:docMk/>
            <pc:sldMk cId="1137641030" sldId="2476"/>
            <ac:spMk id="58" creationId="{05B38485-FC9C-759A-3E29-0A53F579B903}"/>
          </ac:spMkLst>
        </pc:spChg>
        <pc:spChg chg="mod">
          <ac:chgData name="Aman Patial" userId="e3fd9069-1d14-4a0c-ae1d-8c3a2d937b00" providerId="ADAL" clId="{C348C6D0-8013-4EBA-A3E9-370280735E09}" dt="2023-01-27T00:37:18.265" v="1803" actId="207"/>
          <ac:spMkLst>
            <pc:docMk/>
            <pc:sldMk cId="1137641030" sldId="2476"/>
            <ac:spMk id="59" creationId="{5E567545-10A4-E209-AF5F-DDF696E0FBCE}"/>
          </ac:spMkLst>
        </pc:spChg>
        <pc:spChg chg="mod">
          <ac:chgData name="Aman Patial" userId="e3fd9069-1d14-4a0c-ae1d-8c3a2d937b00" providerId="ADAL" clId="{C348C6D0-8013-4EBA-A3E9-370280735E09}" dt="2023-01-27T00:37:18.265" v="1803" actId="207"/>
          <ac:spMkLst>
            <pc:docMk/>
            <pc:sldMk cId="1137641030" sldId="2476"/>
            <ac:spMk id="60" creationId="{C30C0E1A-56E6-C9F8-682D-96E33AB6DD1E}"/>
          </ac:spMkLst>
        </pc:spChg>
        <pc:spChg chg="mod">
          <ac:chgData name="Aman Patial" userId="e3fd9069-1d14-4a0c-ae1d-8c3a2d937b00" providerId="ADAL" clId="{C348C6D0-8013-4EBA-A3E9-370280735E09}" dt="2023-01-26T13:19:02.046" v="697"/>
          <ac:spMkLst>
            <pc:docMk/>
            <pc:sldMk cId="1137641030" sldId="2476"/>
            <ac:spMk id="69" creationId="{7681C18D-043F-488B-8728-E2E4A77DF038}"/>
          </ac:spMkLst>
        </pc:spChg>
        <pc:grpChg chg="add del mod">
          <ac:chgData name="Aman Patial" userId="e3fd9069-1d14-4a0c-ae1d-8c3a2d937b00" providerId="ADAL" clId="{C348C6D0-8013-4EBA-A3E9-370280735E09}" dt="2023-01-26T13:18:49.254" v="694"/>
          <ac:grpSpMkLst>
            <pc:docMk/>
            <pc:sldMk cId="1137641030" sldId="2476"/>
            <ac:grpSpMk id="23" creationId="{6DF6C997-D136-56DD-2010-C4B092D6A258}"/>
          </ac:grpSpMkLst>
        </pc:grpChg>
        <pc:grpChg chg="add del mod">
          <ac:chgData name="Aman Patial" userId="e3fd9069-1d14-4a0c-ae1d-8c3a2d937b00" providerId="ADAL" clId="{C348C6D0-8013-4EBA-A3E9-370280735E09}" dt="2023-01-26T13:18:49.254" v="694"/>
          <ac:grpSpMkLst>
            <pc:docMk/>
            <pc:sldMk cId="1137641030" sldId="2476"/>
            <ac:grpSpMk id="33" creationId="{BD999F09-13B8-E532-E509-30108DBEEF0F}"/>
          </ac:grpSpMkLst>
        </pc:grpChg>
        <pc:grpChg chg="add del mod">
          <ac:chgData name="Aman Patial" userId="e3fd9069-1d14-4a0c-ae1d-8c3a2d937b00" providerId="ADAL" clId="{C348C6D0-8013-4EBA-A3E9-370280735E09}" dt="2023-01-26T13:18:49.254" v="694"/>
          <ac:grpSpMkLst>
            <pc:docMk/>
            <pc:sldMk cId="1137641030" sldId="2476"/>
            <ac:grpSpMk id="36" creationId="{E0645AE3-1025-E83A-BAB8-887EF46F3B22}"/>
          </ac:grpSpMkLst>
        </pc:grpChg>
        <pc:grpChg chg="add mod">
          <ac:chgData name="Aman Patial" userId="e3fd9069-1d14-4a0c-ae1d-8c3a2d937b00" providerId="ADAL" clId="{C348C6D0-8013-4EBA-A3E9-370280735E09}" dt="2023-01-27T00:20:43.682" v="1732" actId="1076"/>
          <ac:grpSpMkLst>
            <pc:docMk/>
            <pc:sldMk cId="1137641030" sldId="2476"/>
            <ac:grpSpMk id="57" creationId="{FFE5066B-C0D3-9B10-9FEB-AAD2DDE2C6E4}"/>
          </ac:grpSpMkLst>
        </pc:grpChg>
        <pc:grpChg chg="add mod">
          <ac:chgData name="Aman Patial" userId="e3fd9069-1d14-4a0c-ae1d-8c3a2d937b00" providerId="ADAL" clId="{C348C6D0-8013-4EBA-A3E9-370280735E09}" dt="2023-01-27T00:20:43.682" v="1732" actId="1076"/>
          <ac:grpSpMkLst>
            <pc:docMk/>
            <pc:sldMk cId="1137641030" sldId="2476"/>
            <ac:grpSpMk id="67" creationId="{A48FAE65-11CD-C440-C9E2-A82517953DB7}"/>
          </ac:grpSpMkLst>
        </pc:grpChg>
        <pc:grpChg chg="add mod">
          <ac:chgData name="Aman Patial" userId="e3fd9069-1d14-4a0c-ae1d-8c3a2d937b00" providerId="ADAL" clId="{C348C6D0-8013-4EBA-A3E9-370280735E09}" dt="2023-01-27T00:20:43.682" v="1732" actId="1076"/>
          <ac:grpSpMkLst>
            <pc:docMk/>
            <pc:sldMk cId="1137641030" sldId="2476"/>
            <ac:grpSpMk id="70" creationId="{503DC951-9711-6EC0-DC77-62EE7ADE4D4D}"/>
          </ac:grpSpMkLst>
        </pc:grp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18" creationId="{F809F37F-1B51-AE93-B776-1FC51454F106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19" creationId="{1CE0168D-F2C1-237F-5BF9-6793F369C34D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20" creationId="{EDB9EB33-F673-9A5A-CD93-F9E6F301BF52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21" creationId="{F724E635-0FF0-8CC4-395F-5D37C14FCC9A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22" creationId="{90A8FB89-AE8A-AF02-4E9F-44BEF7549312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29" creationId="{CEF0CB07-19BC-D432-71E4-ACD6E5D41D94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30" creationId="{3482A7D7-1A6D-88EF-D82A-4B51D2549FD5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31" creationId="{2BA88AD4-3312-5971-9946-927B12EE9D3C}"/>
          </ac:picMkLst>
        </pc:picChg>
        <pc:picChg chg="add del mod">
          <ac:chgData name="Aman Patial" userId="e3fd9069-1d14-4a0c-ae1d-8c3a2d937b00" providerId="ADAL" clId="{C348C6D0-8013-4EBA-A3E9-370280735E09}" dt="2023-01-26T13:18:49.254" v="694"/>
          <ac:picMkLst>
            <pc:docMk/>
            <pc:sldMk cId="1137641030" sldId="2476"/>
            <ac:picMk id="32" creationId="{52FD8FA6-C463-B122-9126-F0F460FF1C7A}"/>
          </ac:picMkLst>
        </pc:picChg>
        <pc:picChg chg="mod">
          <ac:chgData name="Aman Patial" userId="e3fd9069-1d14-4a0c-ae1d-8c3a2d937b00" providerId="ADAL" clId="{C348C6D0-8013-4EBA-A3E9-370280735E09}" dt="2023-01-26T13:18:43.022" v="693"/>
          <ac:picMkLst>
            <pc:docMk/>
            <pc:sldMk cId="1137641030" sldId="2476"/>
            <ac:picMk id="34" creationId="{59FA2D26-840E-A371-D279-D88374375E2C}"/>
          </ac:picMkLst>
        </pc:picChg>
        <pc:picChg chg="mod">
          <ac:chgData name="Aman Patial" userId="e3fd9069-1d14-4a0c-ae1d-8c3a2d937b00" providerId="ADAL" clId="{C348C6D0-8013-4EBA-A3E9-370280735E09}" dt="2023-01-26T13:18:43.022" v="693"/>
          <ac:picMkLst>
            <pc:docMk/>
            <pc:sldMk cId="1137641030" sldId="2476"/>
            <ac:picMk id="37" creationId="{A0B55096-D0B9-540B-1298-A169DBBFE9EF}"/>
          </ac:picMkLst>
        </pc:picChg>
        <pc:picChg chg="add del">
          <ac:chgData name="Aman Patial" userId="e3fd9069-1d14-4a0c-ae1d-8c3a2d937b00" providerId="ADAL" clId="{C348C6D0-8013-4EBA-A3E9-370280735E09}" dt="2023-01-26T13:19:00.822" v="696"/>
          <ac:picMkLst>
            <pc:docMk/>
            <pc:sldMk cId="1137641030" sldId="2476"/>
            <ac:picMk id="39" creationId="{ED8A6F2C-A64E-B947-69F1-F2E71CD62C90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52" creationId="{63C15724-45ED-FBA0-4B8D-ABFA0282C51E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53" creationId="{7AB1C189-8097-9821-8109-B29C079B368D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54" creationId="{D63C5D5B-CCF4-80A6-200F-15500DFAB123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55" creationId="{9D0DB26E-3454-CE4D-920A-80F5340A5FF4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56" creationId="{87088F7E-46E4-A892-6FA0-931DCED85084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63" creationId="{D7261412-392C-5A29-8456-63097FC46E82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64" creationId="{2FF249A6-F74C-BEC8-C792-2204D67B85B7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65" creationId="{15E46C18-56B6-00B1-F7CF-9211AA2E8FB7}"/>
          </ac:picMkLst>
        </pc:picChg>
        <pc:picChg chg="add mod">
          <ac:chgData name="Aman Patial" userId="e3fd9069-1d14-4a0c-ae1d-8c3a2d937b00" providerId="ADAL" clId="{C348C6D0-8013-4EBA-A3E9-370280735E09}" dt="2023-01-27T00:20:43.682" v="1732" actId="1076"/>
          <ac:picMkLst>
            <pc:docMk/>
            <pc:sldMk cId="1137641030" sldId="2476"/>
            <ac:picMk id="66" creationId="{09E934A1-6C95-CF6F-A9F5-281B9A08D643}"/>
          </ac:picMkLst>
        </pc:picChg>
        <pc:picChg chg="mod">
          <ac:chgData name="Aman Patial" userId="e3fd9069-1d14-4a0c-ae1d-8c3a2d937b00" providerId="ADAL" clId="{C348C6D0-8013-4EBA-A3E9-370280735E09}" dt="2023-01-26T13:21:56.632" v="793" actId="27349"/>
          <ac:picMkLst>
            <pc:docMk/>
            <pc:sldMk cId="1137641030" sldId="2476"/>
            <ac:picMk id="68" creationId="{14CB5B53-8312-AE48-49F9-6E2FAF95D77A}"/>
          </ac:picMkLst>
        </pc:picChg>
        <pc:picChg chg="mod">
          <ac:chgData name="Aman Patial" userId="e3fd9069-1d14-4a0c-ae1d-8c3a2d937b00" providerId="ADAL" clId="{C348C6D0-8013-4EBA-A3E9-370280735E09}" dt="2023-01-26T13:21:50.142" v="790" actId="27349"/>
          <ac:picMkLst>
            <pc:docMk/>
            <pc:sldMk cId="1137641030" sldId="2476"/>
            <ac:picMk id="71" creationId="{AB6C7E3C-2880-33B8-D9D6-260116945124}"/>
          </ac:picMkLst>
        </pc:picChg>
        <pc:cxnChg chg="mod">
          <ac:chgData name="Aman Patial" userId="e3fd9069-1d14-4a0c-ae1d-8c3a2d937b00" providerId="ADAL" clId="{C348C6D0-8013-4EBA-A3E9-370280735E09}" dt="2023-01-26T13:18:43.022" v="693"/>
          <ac:cxnSpMkLst>
            <pc:docMk/>
            <pc:sldMk cId="1137641030" sldId="2476"/>
            <ac:cxnSpMk id="27" creationId="{34AB6CBE-A76C-8B32-BC59-82A723CFD8E5}"/>
          </ac:cxnSpMkLst>
        </pc:cxnChg>
        <pc:cxnChg chg="mod">
          <ac:chgData name="Aman Patial" userId="e3fd9069-1d14-4a0c-ae1d-8c3a2d937b00" providerId="ADAL" clId="{C348C6D0-8013-4EBA-A3E9-370280735E09}" dt="2023-01-26T13:18:43.022" v="693"/>
          <ac:cxnSpMkLst>
            <pc:docMk/>
            <pc:sldMk cId="1137641030" sldId="2476"/>
            <ac:cxnSpMk id="28" creationId="{C81C99DC-48B0-04C2-678D-B2A1DEB29693}"/>
          </ac:cxnSpMkLst>
        </pc:cxnChg>
        <pc:cxnChg chg="mod">
          <ac:chgData name="Aman Patial" userId="e3fd9069-1d14-4a0c-ae1d-8c3a2d937b00" providerId="ADAL" clId="{C348C6D0-8013-4EBA-A3E9-370280735E09}" dt="2023-01-26T13:18:43.022" v="693"/>
          <ac:cxnSpMkLst>
            <pc:docMk/>
            <pc:sldMk cId="1137641030" sldId="2476"/>
            <ac:cxnSpMk id="38" creationId="{D6CE1B7D-D5F9-BF45-2BC7-79DF1CFE7DB1}"/>
          </ac:cxnSpMkLst>
        </pc:cxnChg>
        <pc:cxnChg chg="mod">
          <ac:chgData name="Aman Patial" userId="e3fd9069-1d14-4a0c-ae1d-8c3a2d937b00" providerId="ADAL" clId="{C348C6D0-8013-4EBA-A3E9-370280735E09}" dt="2023-01-26T13:28:14.640" v="890" actId="13822"/>
          <ac:cxnSpMkLst>
            <pc:docMk/>
            <pc:sldMk cId="1137641030" sldId="2476"/>
            <ac:cxnSpMk id="61" creationId="{5FE202F6-320B-5DCB-8845-8D56D0BB97B9}"/>
          </ac:cxnSpMkLst>
        </pc:cxnChg>
        <pc:cxnChg chg="mod">
          <ac:chgData name="Aman Patial" userId="e3fd9069-1d14-4a0c-ae1d-8c3a2d937b00" providerId="ADAL" clId="{C348C6D0-8013-4EBA-A3E9-370280735E09}" dt="2023-01-26T13:28:14.640" v="890" actId="13822"/>
          <ac:cxnSpMkLst>
            <pc:docMk/>
            <pc:sldMk cId="1137641030" sldId="2476"/>
            <ac:cxnSpMk id="62" creationId="{24EE6438-8E86-BC63-A48B-2CBCA4864033}"/>
          </ac:cxnSpMkLst>
        </pc:cxnChg>
        <pc:cxnChg chg="mod">
          <ac:chgData name="Aman Patial" userId="e3fd9069-1d14-4a0c-ae1d-8c3a2d937b00" providerId="ADAL" clId="{C348C6D0-8013-4EBA-A3E9-370280735E09}" dt="2023-01-26T13:19:02.046" v="697"/>
          <ac:cxnSpMkLst>
            <pc:docMk/>
            <pc:sldMk cId="1137641030" sldId="2476"/>
            <ac:cxnSpMk id="72" creationId="{361FD65B-09CA-33A3-72CD-A2D4F3ACBADA}"/>
          </ac:cxnSpMkLst>
        </pc:cxnChg>
      </pc:sldChg>
      <pc:sldChg chg="addSp modSp new mod">
        <pc:chgData name="Aman Patial" userId="e3fd9069-1d14-4a0c-ae1d-8c3a2d937b00" providerId="ADAL" clId="{C348C6D0-8013-4EBA-A3E9-370280735E09}" dt="2023-01-26T14:47:27.691" v="1438" actId="20577"/>
        <pc:sldMkLst>
          <pc:docMk/>
          <pc:sldMk cId="2507504063" sldId="2477"/>
        </pc:sldMkLst>
        <pc:spChg chg="mod">
          <ac:chgData name="Aman Patial" userId="e3fd9069-1d14-4a0c-ae1d-8c3a2d937b00" providerId="ADAL" clId="{C348C6D0-8013-4EBA-A3E9-370280735E09}" dt="2023-01-26T14:47:27.691" v="1438" actId="20577"/>
          <ac:spMkLst>
            <pc:docMk/>
            <pc:sldMk cId="2507504063" sldId="2477"/>
            <ac:spMk id="2" creationId="{B71CF53F-1097-A68F-AE68-8A78B1F90D1B}"/>
          </ac:spMkLst>
        </pc:spChg>
        <pc:picChg chg="add mod">
          <ac:chgData name="Aman Patial" userId="e3fd9069-1d14-4a0c-ae1d-8c3a2d937b00" providerId="ADAL" clId="{C348C6D0-8013-4EBA-A3E9-370280735E09}" dt="2023-01-26T13:26:21.099" v="885" actId="1076"/>
          <ac:picMkLst>
            <pc:docMk/>
            <pc:sldMk cId="2507504063" sldId="2477"/>
            <ac:picMk id="2050" creationId="{F49D668D-6F0E-D345-BAAE-395F92161258}"/>
          </ac:picMkLst>
        </pc:picChg>
      </pc:sldChg>
      <pc:sldChg chg="addSp delSp modSp add mod">
        <pc:chgData name="Aman Patial" userId="e3fd9069-1d14-4a0c-ae1d-8c3a2d937b00" providerId="ADAL" clId="{C348C6D0-8013-4EBA-A3E9-370280735E09}" dt="2023-01-26T14:09:02.299" v="1261" actId="313"/>
        <pc:sldMkLst>
          <pc:docMk/>
          <pc:sldMk cId="2661176327" sldId="2478"/>
        </pc:sldMkLst>
        <pc:spChg chg="mod">
          <ac:chgData name="Aman Patial" userId="e3fd9069-1d14-4a0c-ae1d-8c3a2d937b00" providerId="ADAL" clId="{C348C6D0-8013-4EBA-A3E9-370280735E09}" dt="2023-01-26T14:09:02.299" v="1261" actId="313"/>
          <ac:spMkLst>
            <pc:docMk/>
            <pc:sldMk cId="2661176327" sldId="2478"/>
            <ac:spMk id="2" creationId="{B71CF53F-1097-A68F-AE68-8A78B1F90D1B}"/>
          </ac:spMkLst>
        </pc:spChg>
        <pc:spChg chg="mod">
          <ac:chgData name="Aman Patial" userId="e3fd9069-1d14-4a0c-ae1d-8c3a2d937b00" providerId="ADAL" clId="{C348C6D0-8013-4EBA-A3E9-370280735E09}" dt="2023-01-26T13:25:40.865" v="880"/>
          <ac:spMkLst>
            <pc:docMk/>
            <pc:sldMk cId="2661176327" sldId="2478"/>
            <ac:spMk id="3" creationId="{3C482084-4B47-4538-1190-B453EB2F44EC}"/>
          </ac:spMkLst>
        </pc:spChg>
        <pc:picChg chg="add mod">
          <ac:chgData name="Aman Patial" userId="e3fd9069-1d14-4a0c-ae1d-8c3a2d937b00" providerId="ADAL" clId="{C348C6D0-8013-4EBA-A3E9-370280735E09}" dt="2023-01-26T13:25:54.604" v="883" actId="1076"/>
          <ac:picMkLst>
            <pc:docMk/>
            <pc:sldMk cId="2661176327" sldId="2478"/>
            <ac:picMk id="4" creationId="{B9E5433E-3785-FC1A-EAFF-5ACB437E7686}"/>
          </ac:picMkLst>
        </pc:picChg>
        <pc:picChg chg="del mod">
          <ac:chgData name="Aman Patial" userId="e3fd9069-1d14-4a0c-ae1d-8c3a2d937b00" providerId="ADAL" clId="{C348C6D0-8013-4EBA-A3E9-370280735E09}" dt="2023-01-26T13:24:51.672" v="845" actId="478"/>
          <ac:picMkLst>
            <pc:docMk/>
            <pc:sldMk cId="2661176327" sldId="2478"/>
            <ac:picMk id="2050" creationId="{F49D668D-6F0E-D345-BAAE-395F92161258}"/>
          </ac:picMkLst>
        </pc:picChg>
      </pc:sldChg>
      <pc:sldChg chg="addSp delSp modSp add mod ord">
        <pc:chgData name="Aman Patial" userId="e3fd9069-1d14-4a0c-ae1d-8c3a2d937b00" providerId="ADAL" clId="{C348C6D0-8013-4EBA-A3E9-370280735E09}" dt="2023-01-27T01:16:46.352" v="2513" actId="1076"/>
        <pc:sldMkLst>
          <pc:docMk/>
          <pc:sldMk cId="1895809384" sldId="2479"/>
        </pc:sldMkLst>
        <pc:spChg chg="mod">
          <ac:chgData name="Aman Patial" userId="e3fd9069-1d14-4a0c-ae1d-8c3a2d937b00" providerId="ADAL" clId="{C348C6D0-8013-4EBA-A3E9-370280735E09}" dt="2023-01-26T14:09:33.642" v="1269" actId="20577"/>
          <ac:spMkLst>
            <pc:docMk/>
            <pc:sldMk cId="1895809384" sldId="2479"/>
            <ac:spMk id="2" creationId="{B71CF53F-1097-A68F-AE68-8A78B1F90D1B}"/>
          </ac:spMkLst>
        </pc:spChg>
        <pc:picChg chg="add mod">
          <ac:chgData name="Aman Patial" userId="e3fd9069-1d14-4a0c-ae1d-8c3a2d937b00" providerId="ADAL" clId="{C348C6D0-8013-4EBA-A3E9-370280735E09}" dt="2023-01-27T01:16:46.352" v="2513" actId="1076"/>
          <ac:picMkLst>
            <pc:docMk/>
            <pc:sldMk cId="1895809384" sldId="2479"/>
            <ac:picMk id="5" creationId="{80AC5348-FFBE-042D-BCBE-C5B2D7DFBA86}"/>
          </ac:picMkLst>
        </pc:picChg>
        <pc:picChg chg="del">
          <ac:chgData name="Aman Patial" userId="e3fd9069-1d14-4a0c-ae1d-8c3a2d937b00" providerId="ADAL" clId="{C348C6D0-8013-4EBA-A3E9-370280735E09}" dt="2023-01-26T13:30:16.488" v="893" actId="478"/>
          <ac:picMkLst>
            <pc:docMk/>
            <pc:sldMk cId="1895809384" sldId="2479"/>
            <ac:picMk id="2050" creationId="{F49D668D-6F0E-D345-BAAE-395F92161258}"/>
          </ac:picMkLst>
        </pc:picChg>
      </pc:sldChg>
      <pc:sldChg chg="addSp delSp modSp add mod ord">
        <pc:chgData name="Aman Patial" userId="e3fd9069-1d14-4a0c-ae1d-8c3a2d937b00" providerId="ADAL" clId="{C348C6D0-8013-4EBA-A3E9-370280735E09}" dt="2023-01-26T14:47:42.894" v="1442"/>
        <pc:sldMkLst>
          <pc:docMk/>
          <pc:sldMk cId="4068984500" sldId="2480"/>
        </pc:sldMkLst>
        <pc:spChg chg="mod">
          <ac:chgData name="Aman Patial" userId="e3fd9069-1d14-4a0c-ae1d-8c3a2d937b00" providerId="ADAL" clId="{C348C6D0-8013-4EBA-A3E9-370280735E09}" dt="2023-01-26T14:09:22.888" v="1265"/>
          <ac:spMkLst>
            <pc:docMk/>
            <pc:sldMk cId="4068984500" sldId="2480"/>
            <ac:spMk id="2" creationId="{B71CF53F-1097-A68F-AE68-8A78B1F90D1B}"/>
          </ac:spMkLst>
        </pc:spChg>
        <pc:picChg chg="del">
          <ac:chgData name="Aman Patial" userId="e3fd9069-1d14-4a0c-ae1d-8c3a2d937b00" providerId="ADAL" clId="{C348C6D0-8013-4EBA-A3E9-370280735E09}" dt="2023-01-26T13:30:37.109" v="900" actId="478"/>
          <ac:picMkLst>
            <pc:docMk/>
            <pc:sldMk cId="4068984500" sldId="2480"/>
            <ac:picMk id="5" creationId="{80AC5348-FFBE-042D-BCBE-C5B2D7DFBA86}"/>
          </ac:picMkLst>
        </pc:picChg>
        <pc:picChg chg="add mod">
          <ac:chgData name="Aman Patial" userId="e3fd9069-1d14-4a0c-ae1d-8c3a2d937b00" providerId="ADAL" clId="{C348C6D0-8013-4EBA-A3E9-370280735E09}" dt="2023-01-26T13:31:26.305" v="903" actId="14100"/>
          <ac:picMkLst>
            <pc:docMk/>
            <pc:sldMk cId="4068984500" sldId="2480"/>
            <ac:picMk id="6" creationId="{2F870683-DE2E-16A8-706C-B77C941DFA7C}"/>
          </ac:picMkLst>
        </pc:picChg>
      </pc:sldChg>
      <pc:sldChg chg="modSp add mod ord">
        <pc:chgData name="Aman Patial" userId="e3fd9069-1d14-4a0c-ae1d-8c3a2d937b00" providerId="ADAL" clId="{C348C6D0-8013-4EBA-A3E9-370280735E09}" dt="2023-01-27T00:33:35.275" v="1756" actId="255"/>
        <pc:sldMkLst>
          <pc:docMk/>
          <pc:sldMk cId="2840176797" sldId="2481"/>
        </pc:sldMkLst>
        <pc:spChg chg="mod">
          <ac:chgData name="Aman Patial" userId="e3fd9069-1d14-4a0c-ae1d-8c3a2d937b00" providerId="ADAL" clId="{C348C6D0-8013-4EBA-A3E9-370280735E09}" dt="2023-01-26T13:54:33.933" v="1189" actId="20577"/>
          <ac:spMkLst>
            <pc:docMk/>
            <pc:sldMk cId="2840176797" sldId="2481"/>
            <ac:spMk id="2" creationId="{5BBEA8DA-1FF0-1F43-9F2B-395BA5B870E7}"/>
          </ac:spMkLst>
        </pc:spChg>
        <pc:spChg chg="mod">
          <ac:chgData name="Aman Patial" userId="e3fd9069-1d14-4a0c-ae1d-8c3a2d937b00" providerId="ADAL" clId="{C348C6D0-8013-4EBA-A3E9-370280735E09}" dt="2023-01-27T00:33:35.275" v="1756" actId="255"/>
          <ac:spMkLst>
            <pc:docMk/>
            <pc:sldMk cId="2840176797" sldId="2481"/>
            <ac:spMk id="6" creationId="{080655C6-52C9-452E-9C38-20D2311E0C45}"/>
          </ac:spMkLst>
        </pc:spChg>
      </pc:sldChg>
      <pc:sldChg chg="modSp add mod">
        <pc:chgData name="Aman Patial" userId="e3fd9069-1d14-4a0c-ae1d-8c3a2d937b00" providerId="ADAL" clId="{C348C6D0-8013-4EBA-A3E9-370280735E09}" dt="2023-01-27T00:35:13.974" v="1782" actId="255"/>
        <pc:sldMkLst>
          <pc:docMk/>
          <pc:sldMk cId="3839680489" sldId="2482"/>
        </pc:sldMkLst>
        <pc:spChg chg="mod">
          <ac:chgData name="Aman Patial" userId="e3fd9069-1d14-4a0c-ae1d-8c3a2d937b00" providerId="ADAL" clId="{C348C6D0-8013-4EBA-A3E9-370280735E09}" dt="2023-01-26T13:53:32.182" v="1145" actId="20577"/>
          <ac:spMkLst>
            <pc:docMk/>
            <pc:sldMk cId="3839680489" sldId="2482"/>
            <ac:spMk id="2" creationId="{5BBEA8DA-1FF0-1F43-9F2B-395BA5B870E7}"/>
          </ac:spMkLst>
        </pc:spChg>
        <pc:spChg chg="mod">
          <ac:chgData name="Aman Patial" userId="e3fd9069-1d14-4a0c-ae1d-8c3a2d937b00" providerId="ADAL" clId="{C348C6D0-8013-4EBA-A3E9-370280735E09}" dt="2023-01-27T00:35:13.974" v="1782" actId="255"/>
          <ac:spMkLst>
            <pc:docMk/>
            <pc:sldMk cId="3839680489" sldId="2482"/>
            <ac:spMk id="6" creationId="{080655C6-52C9-452E-9C38-20D2311E0C45}"/>
          </ac:spMkLst>
        </pc:spChg>
      </pc:sldChg>
      <pc:sldChg chg="addSp delSp modSp add mod">
        <pc:chgData name="Aman Patial" userId="e3fd9069-1d14-4a0c-ae1d-8c3a2d937b00" providerId="ADAL" clId="{C348C6D0-8013-4EBA-A3E9-370280735E09}" dt="2023-01-27T00:49:02.700" v="1928" actId="14100"/>
        <pc:sldMkLst>
          <pc:docMk/>
          <pc:sldMk cId="1637172750" sldId="2483"/>
        </pc:sldMkLst>
        <pc:spChg chg="mod">
          <ac:chgData name="Aman Patial" userId="e3fd9069-1d14-4a0c-ae1d-8c3a2d937b00" providerId="ADAL" clId="{C348C6D0-8013-4EBA-A3E9-370280735E09}" dt="2023-01-27T00:48:51.397" v="1926" actId="20577"/>
          <ac:spMkLst>
            <pc:docMk/>
            <pc:sldMk cId="1637172750" sldId="2483"/>
            <ac:spMk id="2" creationId="{B71CF53F-1097-A68F-AE68-8A78B1F90D1B}"/>
          </ac:spMkLst>
        </pc:spChg>
        <pc:spChg chg="mod">
          <ac:chgData name="Aman Patial" userId="e3fd9069-1d14-4a0c-ae1d-8c3a2d937b00" providerId="ADAL" clId="{C348C6D0-8013-4EBA-A3E9-370280735E09}" dt="2023-01-26T14:16:25.452" v="1312" actId="27636"/>
          <ac:spMkLst>
            <pc:docMk/>
            <pc:sldMk cId="1637172750" sldId="2483"/>
            <ac:spMk id="3" creationId="{3C482084-4B47-4538-1190-B453EB2F44EC}"/>
          </ac:spMkLst>
        </pc:spChg>
        <pc:picChg chg="add mod">
          <ac:chgData name="Aman Patial" userId="e3fd9069-1d14-4a0c-ae1d-8c3a2d937b00" providerId="ADAL" clId="{C348C6D0-8013-4EBA-A3E9-370280735E09}" dt="2023-01-27T00:48:58.423" v="1927" actId="14100"/>
          <ac:picMkLst>
            <pc:docMk/>
            <pc:sldMk cId="1637172750" sldId="2483"/>
            <ac:picMk id="4" creationId="{F53ADE83-3F39-5E8B-4CE1-4776CFA25409}"/>
          </ac:picMkLst>
        </pc:picChg>
        <pc:picChg chg="add mod">
          <ac:chgData name="Aman Patial" userId="e3fd9069-1d14-4a0c-ae1d-8c3a2d937b00" providerId="ADAL" clId="{C348C6D0-8013-4EBA-A3E9-370280735E09}" dt="2023-01-27T00:49:02.700" v="1928" actId="14100"/>
          <ac:picMkLst>
            <pc:docMk/>
            <pc:sldMk cId="1637172750" sldId="2483"/>
            <ac:picMk id="5" creationId="{EE713CA5-2A3D-782A-F299-8B11F657CB74}"/>
          </ac:picMkLst>
        </pc:picChg>
        <pc:picChg chg="del">
          <ac:chgData name="Aman Patial" userId="e3fd9069-1d14-4a0c-ae1d-8c3a2d937b00" providerId="ADAL" clId="{C348C6D0-8013-4EBA-A3E9-370280735E09}" dt="2023-01-26T14:13:25.689" v="1279" actId="478"/>
          <ac:picMkLst>
            <pc:docMk/>
            <pc:sldMk cId="1637172750" sldId="2483"/>
            <ac:picMk id="6" creationId="{2F870683-DE2E-16A8-706C-B77C941DFA7C}"/>
          </ac:picMkLst>
        </pc:picChg>
      </pc:sldChg>
      <pc:sldChg chg="addSp delSp modSp add mod ord">
        <pc:chgData name="Aman Patial" userId="e3fd9069-1d14-4a0c-ae1d-8c3a2d937b00" providerId="ADAL" clId="{C348C6D0-8013-4EBA-A3E9-370280735E09}" dt="2023-01-27T01:16:34.513" v="2510" actId="20577"/>
        <pc:sldMkLst>
          <pc:docMk/>
          <pc:sldMk cId="579719369" sldId="2484"/>
        </pc:sldMkLst>
        <pc:spChg chg="mod">
          <ac:chgData name="Aman Patial" userId="e3fd9069-1d14-4a0c-ae1d-8c3a2d937b00" providerId="ADAL" clId="{C348C6D0-8013-4EBA-A3E9-370280735E09}" dt="2023-01-27T01:16:34.513" v="2510" actId="20577"/>
          <ac:spMkLst>
            <pc:docMk/>
            <pc:sldMk cId="579719369" sldId="2484"/>
            <ac:spMk id="2" creationId="{B71CF53F-1097-A68F-AE68-8A78B1F90D1B}"/>
          </ac:spMkLst>
        </pc:spChg>
        <pc:spChg chg="mod">
          <ac:chgData name="Aman Patial" userId="e3fd9069-1d14-4a0c-ae1d-8c3a2d937b00" providerId="ADAL" clId="{C348C6D0-8013-4EBA-A3E9-370280735E09}" dt="2023-01-26T14:17:57.252" v="1387" actId="20577"/>
          <ac:spMkLst>
            <pc:docMk/>
            <pc:sldMk cId="579719369" sldId="2484"/>
            <ac:spMk id="3" creationId="{3C482084-4B47-4538-1190-B453EB2F44EC}"/>
          </ac:spMkLst>
        </pc:spChg>
        <pc:picChg chg="add mod">
          <ac:chgData name="Aman Patial" userId="e3fd9069-1d14-4a0c-ae1d-8c3a2d937b00" providerId="ADAL" clId="{C348C6D0-8013-4EBA-A3E9-370280735E09}" dt="2023-01-26T14:18:04.996" v="1389" actId="1076"/>
          <ac:picMkLst>
            <pc:docMk/>
            <pc:sldMk cId="579719369" sldId="2484"/>
            <ac:picMk id="4" creationId="{773AB406-6152-0457-5997-E76A70066400}"/>
          </ac:picMkLst>
        </pc:picChg>
        <pc:picChg chg="del">
          <ac:chgData name="Aman Patial" userId="e3fd9069-1d14-4a0c-ae1d-8c3a2d937b00" providerId="ADAL" clId="{C348C6D0-8013-4EBA-A3E9-370280735E09}" dt="2023-01-26T14:16:45.669" v="1315" actId="478"/>
          <ac:picMkLst>
            <pc:docMk/>
            <pc:sldMk cId="579719369" sldId="2484"/>
            <ac:picMk id="6" creationId="{2F870683-DE2E-16A8-706C-B77C941DFA7C}"/>
          </ac:picMkLst>
        </pc:picChg>
      </pc:sldChg>
      <pc:sldChg chg="addSp delSp modSp add mod ord">
        <pc:chgData name="Aman Patial" userId="e3fd9069-1d14-4a0c-ae1d-8c3a2d937b00" providerId="ADAL" clId="{C348C6D0-8013-4EBA-A3E9-370280735E09}" dt="2023-01-27T01:16:24.435" v="2502" actId="5793"/>
        <pc:sldMkLst>
          <pc:docMk/>
          <pc:sldMk cId="1744845062" sldId="2485"/>
        </pc:sldMkLst>
        <pc:spChg chg="mod">
          <ac:chgData name="Aman Patial" userId="e3fd9069-1d14-4a0c-ae1d-8c3a2d937b00" providerId="ADAL" clId="{C348C6D0-8013-4EBA-A3E9-370280735E09}" dt="2023-01-27T01:16:24.435" v="2502" actId="5793"/>
          <ac:spMkLst>
            <pc:docMk/>
            <pc:sldMk cId="1744845062" sldId="2485"/>
            <ac:spMk id="2" creationId="{B71CF53F-1097-A68F-AE68-8A78B1F90D1B}"/>
          </ac:spMkLst>
        </pc:spChg>
        <pc:picChg chg="del">
          <ac:chgData name="Aman Patial" userId="e3fd9069-1d14-4a0c-ae1d-8c3a2d937b00" providerId="ADAL" clId="{C348C6D0-8013-4EBA-A3E9-370280735E09}" dt="2023-01-26T14:18:33.095" v="1393" actId="478"/>
          <ac:picMkLst>
            <pc:docMk/>
            <pc:sldMk cId="1744845062" sldId="2485"/>
            <ac:picMk id="4" creationId="{773AB406-6152-0457-5997-E76A70066400}"/>
          </ac:picMkLst>
        </pc:picChg>
        <pc:picChg chg="add mod">
          <ac:chgData name="Aman Patial" userId="e3fd9069-1d14-4a0c-ae1d-8c3a2d937b00" providerId="ADAL" clId="{C348C6D0-8013-4EBA-A3E9-370280735E09}" dt="2023-01-26T14:19:43.861" v="1420" actId="1076"/>
          <ac:picMkLst>
            <pc:docMk/>
            <pc:sldMk cId="1744845062" sldId="2485"/>
            <ac:picMk id="5" creationId="{DD0C69FA-2EC6-3611-7753-C5A01D00056B}"/>
          </ac:picMkLst>
        </pc:picChg>
        <pc:picChg chg="add mod">
          <ac:chgData name="Aman Patial" userId="e3fd9069-1d14-4a0c-ae1d-8c3a2d937b00" providerId="ADAL" clId="{C348C6D0-8013-4EBA-A3E9-370280735E09}" dt="2023-01-26T14:19:48.975" v="1421" actId="1076"/>
          <ac:picMkLst>
            <pc:docMk/>
            <pc:sldMk cId="1744845062" sldId="2485"/>
            <ac:picMk id="6" creationId="{5A7A0C05-CD1D-BBAC-9E8C-1160E3BE2D27}"/>
          </ac:picMkLst>
        </pc:picChg>
        <pc:picChg chg="add mod">
          <ac:chgData name="Aman Patial" userId="e3fd9069-1d14-4a0c-ae1d-8c3a2d937b00" providerId="ADAL" clId="{C348C6D0-8013-4EBA-A3E9-370280735E09}" dt="2023-01-26T14:19:38.705" v="1419" actId="14100"/>
          <ac:picMkLst>
            <pc:docMk/>
            <pc:sldMk cId="1744845062" sldId="2485"/>
            <ac:picMk id="7" creationId="{9CF1EA8D-3D74-9BFA-5DDE-5491FE960D94}"/>
          </ac:picMkLst>
        </pc:picChg>
      </pc:sldChg>
      <pc:sldChg chg="addSp modSp new del mod ord">
        <pc:chgData name="Aman Patial" userId="e3fd9069-1d14-4a0c-ae1d-8c3a2d937b00" providerId="ADAL" clId="{C348C6D0-8013-4EBA-A3E9-370280735E09}" dt="2023-01-27T01:25:47.804" v="2671" actId="2696"/>
        <pc:sldMkLst>
          <pc:docMk/>
          <pc:sldMk cId="3191567987" sldId="2486"/>
        </pc:sldMkLst>
        <pc:spChg chg="mod">
          <ac:chgData name="Aman Patial" userId="e3fd9069-1d14-4a0c-ae1d-8c3a2d937b00" providerId="ADAL" clId="{C348C6D0-8013-4EBA-A3E9-370280735E09}" dt="2023-01-27T00:45:36.207" v="1856" actId="20577"/>
          <ac:spMkLst>
            <pc:docMk/>
            <pc:sldMk cId="3191567987" sldId="2486"/>
            <ac:spMk id="2" creationId="{AE19631C-1846-03DF-1AFD-F79B22859F4C}"/>
          </ac:spMkLst>
        </pc:spChg>
        <pc:spChg chg="mod">
          <ac:chgData name="Aman Patial" userId="e3fd9069-1d14-4a0c-ae1d-8c3a2d937b00" providerId="ADAL" clId="{C348C6D0-8013-4EBA-A3E9-370280735E09}" dt="2023-01-27T00:45:06.988" v="1837" actId="27636"/>
          <ac:spMkLst>
            <pc:docMk/>
            <pc:sldMk cId="3191567987" sldId="2486"/>
            <ac:spMk id="3" creationId="{5CDD81B4-52F3-2B44-D4E1-D4E9AF99E50F}"/>
          </ac:spMkLst>
        </pc:spChg>
        <pc:spChg chg="add mod">
          <ac:chgData name="Aman Patial" userId="e3fd9069-1d14-4a0c-ae1d-8c3a2d937b00" providerId="ADAL" clId="{C348C6D0-8013-4EBA-A3E9-370280735E09}" dt="2023-01-27T00:45:53.694" v="1858" actId="1076"/>
          <ac:spMkLst>
            <pc:docMk/>
            <pc:sldMk cId="3191567987" sldId="2486"/>
            <ac:spMk id="4" creationId="{58F0A9CF-5D90-2753-2A13-01145D9313A4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5" creationId="{4789C7C7-8A9A-6CA1-FFAE-ED6F8BD5580A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6" creationId="{EB361A72-34A7-E963-C801-D1E2A7CEBB18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7" creationId="{4335B597-B633-353A-94D6-1E444622D9B8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8" creationId="{CBFBDF2A-6329-B2C8-6E9D-C7DDDCF4C481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9" creationId="{2129A56D-7A90-E7FF-5A51-7B3DB4B37650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10" creationId="{7964BC39-D6E5-3295-D7F7-E5B2E4BAB3B4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11" creationId="{DF763780-E467-B714-BD49-705CE3E45C66}"/>
          </ac:spMkLst>
        </pc:spChg>
        <pc:spChg chg="add mod">
          <ac:chgData name="Aman Patial" userId="e3fd9069-1d14-4a0c-ae1d-8c3a2d937b00" providerId="ADAL" clId="{C348C6D0-8013-4EBA-A3E9-370280735E09}" dt="2023-01-27T00:45:45.707" v="1857" actId="1076"/>
          <ac:spMkLst>
            <pc:docMk/>
            <pc:sldMk cId="3191567987" sldId="2486"/>
            <ac:spMk id="12" creationId="{E4D1AEDB-3481-073D-0812-2DD0006F16DC}"/>
          </ac:spMkLst>
        </pc:spChg>
        <pc:spChg chg="add mod">
          <ac:chgData name="Aman Patial" userId="e3fd9069-1d14-4a0c-ae1d-8c3a2d937b00" providerId="ADAL" clId="{C348C6D0-8013-4EBA-A3E9-370280735E09}" dt="2023-01-27T01:06:58.740" v="2296" actId="14100"/>
          <ac:spMkLst>
            <pc:docMk/>
            <pc:sldMk cId="3191567987" sldId="2486"/>
            <ac:spMk id="13" creationId="{1544BC8D-DB95-E733-FD7D-5ACF05E8512A}"/>
          </ac:spMkLst>
        </pc:spChg>
        <pc:spChg chg="add mod">
          <ac:chgData name="Aman Patial" userId="e3fd9069-1d14-4a0c-ae1d-8c3a2d937b00" providerId="ADAL" clId="{C348C6D0-8013-4EBA-A3E9-370280735E09}" dt="2023-01-27T00:46:09.949" v="1860" actId="1076"/>
          <ac:spMkLst>
            <pc:docMk/>
            <pc:sldMk cId="3191567987" sldId="2486"/>
            <ac:spMk id="14" creationId="{847D8267-C128-AB6A-9583-A0B4E0A0F57B}"/>
          </ac:spMkLst>
        </pc:spChg>
      </pc:sldChg>
      <pc:sldChg chg="modSp add mod">
        <pc:chgData name="Aman Patial" userId="e3fd9069-1d14-4a0c-ae1d-8c3a2d937b00" providerId="ADAL" clId="{C348C6D0-8013-4EBA-A3E9-370280735E09}" dt="2023-01-27T01:00:11.851" v="2252" actId="20577"/>
        <pc:sldMkLst>
          <pc:docMk/>
          <pc:sldMk cId="1916770727" sldId="2487"/>
        </pc:sldMkLst>
        <pc:spChg chg="mod">
          <ac:chgData name="Aman Patial" userId="e3fd9069-1d14-4a0c-ae1d-8c3a2d937b00" providerId="ADAL" clId="{C348C6D0-8013-4EBA-A3E9-370280735E09}" dt="2023-01-27T00:59:02.690" v="2129" actId="20577"/>
          <ac:spMkLst>
            <pc:docMk/>
            <pc:sldMk cId="1916770727" sldId="2487"/>
            <ac:spMk id="2" creationId="{CCBBEFED-26DC-F34B-8A52-1DEA50FABAE8}"/>
          </ac:spMkLst>
        </pc:spChg>
        <pc:spChg chg="mod">
          <ac:chgData name="Aman Patial" userId="e3fd9069-1d14-4a0c-ae1d-8c3a2d937b00" providerId="ADAL" clId="{C348C6D0-8013-4EBA-A3E9-370280735E09}" dt="2023-01-27T00:59:13.254" v="2158" actId="20577"/>
          <ac:spMkLst>
            <pc:docMk/>
            <pc:sldMk cId="1916770727" sldId="2487"/>
            <ac:spMk id="3" creationId="{B0D37C61-9298-D543-ACBC-CFFC0A315355}"/>
          </ac:spMkLst>
        </pc:spChg>
        <pc:graphicFrameChg chg="modGraphic">
          <ac:chgData name="Aman Patial" userId="e3fd9069-1d14-4a0c-ae1d-8c3a2d937b00" providerId="ADAL" clId="{C348C6D0-8013-4EBA-A3E9-370280735E09}" dt="2023-01-27T01:00:11.851" v="2252" actId="20577"/>
          <ac:graphicFrameMkLst>
            <pc:docMk/>
            <pc:sldMk cId="1916770727" sldId="2487"/>
            <ac:graphicFrameMk id="5" creationId="{3B0A088B-B50A-90BD-EFDE-89D7E9373047}"/>
          </ac:graphicFrameMkLst>
        </pc:graphicFrameChg>
      </pc:sldChg>
      <pc:sldChg chg="modSp add mod">
        <pc:chgData name="Aman Patial" userId="e3fd9069-1d14-4a0c-ae1d-8c3a2d937b00" providerId="ADAL" clId="{C348C6D0-8013-4EBA-A3E9-370280735E09}" dt="2023-01-27T01:26:30.273" v="2678" actId="122"/>
        <pc:sldMkLst>
          <pc:docMk/>
          <pc:sldMk cId="2376178047" sldId="2488"/>
        </pc:sldMkLst>
        <pc:spChg chg="mod">
          <ac:chgData name="Aman Patial" userId="e3fd9069-1d14-4a0c-ae1d-8c3a2d937b00" providerId="ADAL" clId="{C348C6D0-8013-4EBA-A3E9-370280735E09}" dt="2023-01-27T01:21:43.814" v="2600" actId="20577"/>
          <ac:spMkLst>
            <pc:docMk/>
            <pc:sldMk cId="2376178047" sldId="2488"/>
            <ac:spMk id="3" creationId="{5CDD81B4-52F3-2B44-D4E1-D4E9AF99E50F}"/>
          </ac:spMkLst>
        </pc:spChg>
        <pc:spChg chg="mod">
          <ac:chgData name="Aman Patial" userId="e3fd9069-1d14-4a0c-ae1d-8c3a2d937b00" providerId="ADAL" clId="{C348C6D0-8013-4EBA-A3E9-370280735E09}" dt="2023-01-27T01:21:49.358" v="2601" actId="1076"/>
          <ac:spMkLst>
            <pc:docMk/>
            <pc:sldMk cId="2376178047" sldId="2488"/>
            <ac:spMk id="5" creationId="{4789C7C7-8A9A-6CA1-FFAE-ED6F8BD5580A}"/>
          </ac:spMkLst>
        </pc:spChg>
        <pc:spChg chg="mod">
          <ac:chgData name="Aman Patial" userId="e3fd9069-1d14-4a0c-ae1d-8c3a2d937b00" providerId="ADAL" clId="{C348C6D0-8013-4EBA-A3E9-370280735E09}" dt="2023-01-27T01:18:45.024" v="2570" actId="1076"/>
          <ac:spMkLst>
            <pc:docMk/>
            <pc:sldMk cId="2376178047" sldId="2488"/>
            <ac:spMk id="8" creationId="{CBFBDF2A-6329-B2C8-6E9D-C7DDDCF4C481}"/>
          </ac:spMkLst>
        </pc:spChg>
        <pc:spChg chg="mod">
          <ac:chgData name="Aman Patial" userId="e3fd9069-1d14-4a0c-ae1d-8c3a2d937b00" providerId="ADAL" clId="{C348C6D0-8013-4EBA-A3E9-370280735E09}" dt="2023-01-27T01:18:37.357" v="2568" actId="1076"/>
          <ac:spMkLst>
            <pc:docMk/>
            <pc:sldMk cId="2376178047" sldId="2488"/>
            <ac:spMk id="9" creationId="{2129A56D-7A90-E7FF-5A51-7B3DB4B37650}"/>
          </ac:spMkLst>
        </pc:spChg>
        <pc:spChg chg="mod">
          <ac:chgData name="Aman Patial" userId="e3fd9069-1d14-4a0c-ae1d-8c3a2d937b00" providerId="ADAL" clId="{C348C6D0-8013-4EBA-A3E9-370280735E09}" dt="2023-01-27T01:26:19.393" v="2676" actId="122"/>
          <ac:spMkLst>
            <pc:docMk/>
            <pc:sldMk cId="2376178047" sldId="2488"/>
            <ac:spMk id="10" creationId="{7964BC39-D6E5-3295-D7F7-E5B2E4BAB3B4}"/>
          </ac:spMkLst>
        </pc:spChg>
        <pc:spChg chg="mod">
          <ac:chgData name="Aman Patial" userId="e3fd9069-1d14-4a0c-ae1d-8c3a2d937b00" providerId="ADAL" clId="{C348C6D0-8013-4EBA-A3E9-370280735E09}" dt="2023-01-27T01:26:25.377" v="2677" actId="122"/>
          <ac:spMkLst>
            <pc:docMk/>
            <pc:sldMk cId="2376178047" sldId="2488"/>
            <ac:spMk id="11" creationId="{DF763780-E467-B714-BD49-705CE3E45C66}"/>
          </ac:spMkLst>
        </pc:spChg>
        <pc:spChg chg="mod">
          <ac:chgData name="Aman Patial" userId="e3fd9069-1d14-4a0c-ae1d-8c3a2d937b00" providerId="ADAL" clId="{C348C6D0-8013-4EBA-A3E9-370280735E09}" dt="2023-01-27T01:26:16.278" v="2675" actId="122"/>
          <ac:spMkLst>
            <pc:docMk/>
            <pc:sldMk cId="2376178047" sldId="2488"/>
            <ac:spMk id="12" creationId="{E4D1AEDB-3481-073D-0812-2DD0006F16DC}"/>
          </ac:spMkLst>
        </pc:spChg>
        <pc:spChg chg="mod">
          <ac:chgData name="Aman Patial" userId="e3fd9069-1d14-4a0c-ae1d-8c3a2d937b00" providerId="ADAL" clId="{C348C6D0-8013-4EBA-A3E9-370280735E09}" dt="2023-01-27T01:26:30.273" v="2678" actId="122"/>
          <ac:spMkLst>
            <pc:docMk/>
            <pc:sldMk cId="2376178047" sldId="2488"/>
            <ac:spMk id="13" creationId="{1544BC8D-DB95-E733-FD7D-5ACF05E8512A}"/>
          </ac:spMkLst>
        </pc:spChg>
        <pc:spChg chg="mod">
          <ac:chgData name="Aman Patial" userId="e3fd9069-1d14-4a0c-ae1d-8c3a2d937b00" providerId="ADAL" clId="{C348C6D0-8013-4EBA-A3E9-370280735E09}" dt="2023-01-27T01:18:39.902" v="2569" actId="1076"/>
          <ac:spMkLst>
            <pc:docMk/>
            <pc:sldMk cId="2376178047" sldId="2488"/>
            <ac:spMk id="14" creationId="{847D8267-C128-AB6A-9583-A0B4E0A0F57B}"/>
          </ac:spMkLst>
        </pc:spChg>
      </pc:sldChg>
      <pc:sldMasterChg chg="delSldLayout">
        <pc:chgData name="Aman Patial" userId="e3fd9069-1d14-4a0c-ae1d-8c3a2d937b00" providerId="ADAL" clId="{C348C6D0-8013-4EBA-A3E9-370280735E09}" dt="2023-01-27T00:46:16.880" v="1861" actId="2696"/>
        <pc:sldMasterMkLst>
          <pc:docMk/>
          <pc:sldMasterMk cId="0" sldId="2147483648"/>
        </pc:sldMasterMkLst>
        <pc:sldLayoutChg chg="del">
          <pc:chgData name="Aman Patial" userId="e3fd9069-1d14-4a0c-ae1d-8c3a2d937b00" providerId="ADAL" clId="{C348C6D0-8013-4EBA-A3E9-370280735E09}" dt="2023-01-26T13:23:08.186" v="800" actId="2696"/>
          <pc:sldLayoutMkLst>
            <pc:docMk/>
            <pc:sldMasterMk cId="0" sldId="2147483648"/>
            <pc:sldLayoutMk cId="2350911099" sldId="2147483673"/>
          </pc:sldLayoutMkLst>
        </pc:sldLayoutChg>
        <pc:sldLayoutChg chg="del">
          <pc:chgData name="Aman Patial" userId="e3fd9069-1d14-4a0c-ae1d-8c3a2d937b00" providerId="ADAL" clId="{C348C6D0-8013-4EBA-A3E9-370280735E09}" dt="2023-01-27T00:46:16.880" v="1861" actId="2696"/>
          <pc:sldLayoutMkLst>
            <pc:docMk/>
            <pc:sldMasterMk cId="0" sldId="2147483648"/>
            <pc:sldLayoutMk cId="3765973936" sldId="2147483673"/>
          </pc:sldLayoutMkLst>
        </pc:sldLayoutChg>
      </pc:sldMasterChg>
    </pc:docChg>
  </pc:docChgLst>
  <pc:docChgLst>
    <pc:chgData name="Aman Patial" userId="e3fd9069-1d14-4a0c-ae1d-8c3a2d937b00" providerId="ADAL" clId="{3B4D4907-C7CB-4A81-BC1C-34E5236E2183}"/>
    <pc:docChg chg="modSld">
      <pc:chgData name="Aman Patial" userId="e3fd9069-1d14-4a0c-ae1d-8c3a2d937b00" providerId="ADAL" clId="{3B4D4907-C7CB-4A81-BC1C-34E5236E2183}" dt="2023-01-22T14:37:09.791" v="2" actId="1076"/>
      <pc:docMkLst>
        <pc:docMk/>
      </pc:docMkLst>
      <pc:sldChg chg="modSp mod">
        <pc:chgData name="Aman Patial" userId="e3fd9069-1d14-4a0c-ae1d-8c3a2d937b00" providerId="ADAL" clId="{3B4D4907-C7CB-4A81-BC1C-34E5236E2183}" dt="2023-01-18T02:35:09.365" v="1" actId="14100"/>
        <pc:sldMkLst>
          <pc:docMk/>
          <pc:sldMk cId="935553972" sldId="2458"/>
        </pc:sldMkLst>
        <pc:picChg chg="mod">
          <ac:chgData name="Aman Patial" userId="e3fd9069-1d14-4a0c-ae1d-8c3a2d937b00" providerId="ADAL" clId="{3B4D4907-C7CB-4A81-BC1C-34E5236E2183}" dt="2023-01-18T02:35:09.365" v="1" actId="14100"/>
          <ac:picMkLst>
            <pc:docMk/>
            <pc:sldMk cId="935553972" sldId="2458"/>
            <ac:picMk id="6" creationId="{1A7E3DCA-EC75-2BAA-3464-C64C2E45B2C2}"/>
          </ac:picMkLst>
        </pc:picChg>
      </pc:sldChg>
      <pc:sldChg chg="modSp mod">
        <pc:chgData name="Aman Patial" userId="e3fd9069-1d14-4a0c-ae1d-8c3a2d937b00" providerId="ADAL" clId="{3B4D4907-C7CB-4A81-BC1C-34E5236E2183}" dt="2023-01-18T02:29:03.645" v="0" actId="14100"/>
        <pc:sldMkLst>
          <pc:docMk/>
          <pc:sldMk cId="508985597" sldId="2459"/>
        </pc:sldMkLst>
        <pc:picChg chg="mod">
          <ac:chgData name="Aman Patial" userId="e3fd9069-1d14-4a0c-ae1d-8c3a2d937b00" providerId="ADAL" clId="{3B4D4907-C7CB-4A81-BC1C-34E5236E2183}" dt="2023-01-18T02:29:03.645" v="0" actId="14100"/>
          <ac:picMkLst>
            <pc:docMk/>
            <pc:sldMk cId="508985597" sldId="2459"/>
            <ac:picMk id="7" creationId="{12D78F64-0844-99DE-3EF6-F77DC14C38C1}"/>
          </ac:picMkLst>
        </pc:picChg>
      </pc:sldChg>
      <pc:sldChg chg="modSp mod">
        <pc:chgData name="Aman Patial" userId="e3fd9069-1d14-4a0c-ae1d-8c3a2d937b00" providerId="ADAL" clId="{3B4D4907-C7CB-4A81-BC1C-34E5236E2183}" dt="2023-01-22T14:37:09.791" v="2" actId="1076"/>
        <pc:sldMkLst>
          <pc:docMk/>
          <pc:sldMk cId="2821676600" sldId="2466"/>
        </pc:sldMkLst>
        <pc:picChg chg="mod">
          <ac:chgData name="Aman Patial" userId="e3fd9069-1d14-4a0c-ae1d-8c3a2d937b00" providerId="ADAL" clId="{3B4D4907-C7CB-4A81-BC1C-34E5236E2183}" dt="2023-01-22T14:37:09.791" v="2" actId="1076"/>
          <ac:picMkLst>
            <pc:docMk/>
            <pc:sldMk cId="2821676600" sldId="2466"/>
            <ac:picMk id="9" creationId="{E37D680F-9A3A-E11E-90AB-DA20F80050D8}"/>
          </ac:picMkLst>
        </pc:picChg>
      </pc:sldChg>
    </pc:docChg>
  </pc:docChgLst>
  <pc:docChgLst>
    <pc:chgData name="Aman Patial" userId="e3fd9069-1d14-4a0c-ae1d-8c3a2d937b00" providerId="ADAL" clId="{057F587A-3EE3-4674-9E3E-FF2021DFBF5B}"/>
    <pc:docChg chg="modSld">
      <pc:chgData name="Aman Patial" userId="e3fd9069-1d14-4a0c-ae1d-8c3a2d937b00" providerId="ADAL" clId="{057F587A-3EE3-4674-9E3E-FF2021DFBF5B}" dt="2023-04-01T08:02:48.206" v="0"/>
      <pc:docMkLst>
        <pc:docMk/>
      </pc:docMkLst>
      <pc:sldChg chg="modSp">
        <pc:chgData name="Aman Patial" userId="e3fd9069-1d14-4a0c-ae1d-8c3a2d937b00" providerId="ADAL" clId="{057F587A-3EE3-4674-9E3E-FF2021DFBF5B}" dt="2023-04-01T08:02:48.206" v="0"/>
        <pc:sldMkLst>
          <pc:docMk/>
          <pc:sldMk cId="4180240376" sldId="2501"/>
        </pc:sldMkLst>
        <pc:graphicFrameChg chg="mod">
          <ac:chgData name="Aman Patial" userId="e3fd9069-1d14-4a0c-ae1d-8c3a2d937b00" providerId="ADAL" clId="{057F587A-3EE3-4674-9E3E-FF2021DFBF5B}" dt="2023-04-01T08:02:48.206" v="0"/>
          <ac:graphicFrameMkLst>
            <pc:docMk/>
            <pc:sldMk cId="4180240376" sldId="2501"/>
            <ac:graphicFrameMk id="5" creationId="{D98915DC-BC0D-7C3D-BFA7-434BB30EB841}"/>
          </ac:graphicFrameMkLst>
        </pc:graphicFrameChg>
      </pc:sldChg>
    </pc:docChg>
  </pc:docChgLst>
  <pc:docChgLst>
    <pc:chgData name="Aman Patial" userId="e3fd9069-1d14-4a0c-ae1d-8c3a2d937b00" providerId="ADAL" clId="{90792B44-D5BC-4CEA-B75C-8F1C636A21B3}"/>
    <pc:docChg chg="undo custSel addSld delSld modSld sldOrd">
      <pc:chgData name="Aman Patial" userId="e3fd9069-1d14-4a0c-ae1d-8c3a2d937b00" providerId="ADAL" clId="{90792B44-D5BC-4CEA-B75C-8F1C636A21B3}" dt="2023-01-01T18:15:33.281" v="485" actId="1076"/>
      <pc:docMkLst>
        <pc:docMk/>
      </pc:docMkLst>
      <pc:sldChg chg="modSp mod">
        <pc:chgData name="Aman Patial" userId="e3fd9069-1d14-4a0c-ae1d-8c3a2d937b00" providerId="ADAL" clId="{90792B44-D5BC-4CEA-B75C-8F1C636A21B3}" dt="2022-12-28T09:05:02.739" v="107" actId="20577"/>
        <pc:sldMkLst>
          <pc:docMk/>
          <pc:sldMk cId="0" sldId="256"/>
        </pc:sldMkLst>
        <pc:spChg chg="mod">
          <ac:chgData name="Aman Patial" userId="e3fd9069-1d14-4a0c-ae1d-8c3a2d937b00" providerId="ADAL" clId="{90792B44-D5BC-4CEA-B75C-8F1C636A21B3}" dt="2022-12-28T09:04:47.986" v="95" actId="20577"/>
          <ac:spMkLst>
            <pc:docMk/>
            <pc:sldMk cId="0" sldId="256"/>
            <ac:spMk id="159" creationId="{00000000-0000-0000-0000-000000000000}"/>
          </ac:spMkLst>
        </pc:spChg>
        <pc:spChg chg="mod">
          <ac:chgData name="Aman Patial" userId="e3fd9069-1d14-4a0c-ae1d-8c3a2d937b00" providerId="ADAL" clId="{90792B44-D5BC-4CEA-B75C-8F1C636A21B3}" dt="2022-12-28T09:05:02.739" v="107" actId="20577"/>
          <ac:spMkLst>
            <pc:docMk/>
            <pc:sldMk cId="0" sldId="256"/>
            <ac:spMk id="161" creationId="{00000000-0000-0000-0000-000000000000}"/>
          </ac:spMkLst>
        </pc:spChg>
      </pc:sldChg>
      <pc:sldChg chg="ord">
        <pc:chgData name="Aman Patial" userId="e3fd9069-1d14-4a0c-ae1d-8c3a2d937b00" providerId="ADAL" clId="{90792B44-D5BC-4CEA-B75C-8F1C636A21B3}" dt="2022-12-28T10:29:29.840" v="269"/>
        <pc:sldMkLst>
          <pc:docMk/>
          <pc:sldMk cId="882165280" sldId="306"/>
        </pc:sldMkLst>
      </pc:sldChg>
      <pc:sldChg chg="addSp delSp modSp mod">
        <pc:chgData name="Aman Patial" userId="e3fd9069-1d14-4a0c-ae1d-8c3a2d937b00" providerId="ADAL" clId="{90792B44-D5BC-4CEA-B75C-8F1C636A21B3}" dt="2022-12-28T11:24:12.844" v="457" actId="14100"/>
        <pc:sldMkLst>
          <pc:docMk/>
          <pc:sldMk cId="1093230408" sldId="308"/>
        </pc:sldMkLst>
        <pc:spChg chg="mod">
          <ac:chgData name="Aman Patial" userId="e3fd9069-1d14-4a0c-ae1d-8c3a2d937b00" providerId="ADAL" clId="{90792B44-D5BC-4CEA-B75C-8F1C636A21B3}" dt="2022-12-28T10:30:32.230" v="335" actId="20577"/>
          <ac:spMkLst>
            <pc:docMk/>
            <pc:sldMk cId="1093230408" sldId="308"/>
            <ac:spMk id="2" creationId="{5BBEA8DA-1FF0-1F43-9F2B-395BA5B870E7}"/>
          </ac:spMkLst>
        </pc:spChg>
        <pc:spChg chg="del mod">
          <ac:chgData name="Aman Patial" userId="e3fd9069-1d14-4a0c-ae1d-8c3a2d937b00" providerId="ADAL" clId="{90792B44-D5BC-4CEA-B75C-8F1C636A21B3}" dt="2022-12-28T11:23:59.596" v="452" actId="478"/>
          <ac:spMkLst>
            <pc:docMk/>
            <pc:sldMk cId="1093230408" sldId="308"/>
            <ac:spMk id="6" creationId="{080655C6-52C9-452E-9C38-20D2311E0C45}"/>
          </ac:spMkLst>
        </pc:spChg>
        <pc:picChg chg="add mod">
          <ac:chgData name="Aman Patial" userId="e3fd9069-1d14-4a0c-ae1d-8c3a2d937b00" providerId="ADAL" clId="{90792B44-D5BC-4CEA-B75C-8F1C636A21B3}" dt="2022-12-28T11:24:12.844" v="457" actId="14100"/>
          <ac:picMkLst>
            <pc:docMk/>
            <pc:sldMk cId="1093230408" sldId="308"/>
            <ac:picMk id="4" creationId="{17470F32-91C4-F0F0-8255-262FADD01E44}"/>
          </ac:picMkLst>
        </pc:picChg>
      </pc:sldChg>
      <pc:sldChg chg="modSp mod">
        <pc:chgData name="Aman Patial" userId="e3fd9069-1d14-4a0c-ae1d-8c3a2d937b00" providerId="ADAL" clId="{90792B44-D5BC-4CEA-B75C-8F1C636A21B3}" dt="2022-12-28T10:30:58.683" v="360" actId="1076"/>
        <pc:sldMkLst>
          <pc:docMk/>
          <pc:sldMk cId="2722954493" sldId="310"/>
        </pc:sldMkLst>
        <pc:spChg chg="mod">
          <ac:chgData name="Aman Patial" userId="e3fd9069-1d14-4a0c-ae1d-8c3a2d937b00" providerId="ADAL" clId="{90792B44-D5BC-4CEA-B75C-8F1C636A21B3}" dt="2022-12-28T10:30:58.683" v="360" actId="1076"/>
          <ac:spMkLst>
            <pc:docMk/>
            <pc:sldMk cId="2722954493" sldId="310"/>
            <ac:spMk id="6" creationId="{080655C6-52C9-452E-9C38-20D2311E0C45}"/>
          </ac:spMkLst>
        </pc:spChg>
      </pc:sldChg>
      <pc:sldChg chg="ord">
        <pc:chgData name="Aman Patial" userId="e3fd9069-1d14-4a0c-ae1d-8c3a2d937b00" providerId="ADAL" clId="{90792B44-D5BC-4CEA-B75C-8F1C636A21B3}" dt="2022-12-28T10:29:33.115" v="271"/>
        <pc:sldMkLst>
          <pc:docMk/>
          <pc:sldMk cId="3489553226" sldId="315"/>
        </pc:sldMkLst>
      </pc:sldChg>
      <pc:sldChg chg="addSp delSp modSp add mod">
        <pc:chgData name="Aman Patial" userId="e3fd9069-1d14-4a0c-ae1d-8c3a2d937b00" providerId="ADAL" clId="{90792B44-D5BC-4CEA-B75C-8F1C636A21B3}" dt="2022-12-28T09:04:13.970" v="39" actId="5793"/>
        <pc:sldMkLst>
          <pc:docMk/>
          <pc:sldMk cId="837653977" sldId="326"/>
        </pc:sldMkLst>
        <pc:spChg chg="mod">
          <ac:chgData name="Aman Patial" userId="e3fd9069-1d14-4a0c-ae1d-8c3a2d937b00" providerId="ADAL" clId="{90792B44-D5BC-4CEA-B75C-8F1C636A21B3}" dt="2022-12-28T09:04:13.970" v="39" actId="5793"/>
          <ac:spMkLst>
            <pc:docMk/>
            <pc:sldMk cId="837653977" sldId="326"/>
            <ac:spMk id="2" creationId="{5BBEA8DA-1FF0-1F43-9F2B-395BA5B870E7}"/>
          </ac:spMkLst>
        </pc:spChg>
        <pc:spChg chg="del">
          <ac:chgData name="Aman Patial" userId="e3fd9069-1d14-4a0c-ae1d-8c3a2d937b00" providerId="ADAL" clId="{90792B44-D5BC-4CEA-B75C-8F1C636A21B3}" dt="2022-12-28T09:03:42.588" v="1" actId="478"/>
          <ac:spMkLst>
            <pc:docMk/>
            <pc:sldMk cId="837653977" sldId="326"/>
            <ac:spMk id="6" creationId="{080655C6-52C9-452E-9C38-20D2311E0C45}"/>
          </ac:spMkLst>
        </pc:spChg>
        <pc:picChg chg="add mod">
          <ac:chgData name="Aman Patial" userId="e3fd9069-1d14-4a0c-ae1d-8c3a2d937b00" providerId="ADAL" clId="{90792B44-D5BC-4CEA-B75C-8F1C636A21B3}" dt="2022-12-28T09:04:01.195" v="11" actId="1076"/>
          <ac:picMkLst>
            <pc:docMk/>
            <pc:sldMk cId="837653977" sldId="326"/>
            <ac:picMk id="4" creationId="{F53ADE83-3F39-5E8B-4CE1-4776CFA25409}"/>
          </ac:picMkLst>
        </pc:picChg>
      </pc:sldChg>
      <pc:sldChg chg="add del">
        <pc:chgData name="Aman Patial" userId="e3fd9069-1d14-4a0c-ae1d-8c3a2d937b00" providerId="ADAL" clId="{90792B44-D5BC-4CEA-B75C-8F1C636A21B3}" dt="2022-12-28T09:03:44.793" v="3"/>
        <pc:sldMkLst>
          <pc:docMk/>
          <pc:sldMk cId="212827525" sldId="327"/>
        </pc:sldMkLst>
      </pc:sldChg>
      <pc:sldChg chg="addSp modSp add mod">
        <pc:chgData name="Aman Patial" userId="e3fd9069-1d14-4a0c-ae1d-8c3a2d937b00" providerId="ADAL" clId="{90792B44-D5BC-4CEA-B75C-8F1C636A21B3}" dt="2022-12-28T10:23:56.587" v="258" actId="20577"/>
        <pc:sldMkLst>
          <pc:docMk/>
          <pc:sldMk cId="2914897210" sldId="327"/>
        </pc:sldMkLst>
        <pc:spChg chg="mod">
          <ac:chgData name="Aman Patial" userId="e3fd9069-1d14-4a0c-ae1d-8c3a2d937b00" providerId="ADAL" clId="{90792B44-D5BC-4CEA-B75C-8F1C636A21B3}" dt="2022-12-28T10:21:11.053" v="136" actId="20577"/>
          <ac:spMkLst>
            <pc:docMk/>
            <pc:sldMk cId="2914897210" sldId="327"/>
            <ac:spMk id="2" creationId="{5BBEA8DA-1FF0-1F43-9F2B-395BA5B870E7}"/>
          </ac:spMkLst>
        </pc:spChg>
        <pc:spChg chg="add mod">
          <ac:chgData name="Aman Patial" userId="e3fd9069-1d14-4a0c-ae1d-8c3a2d937b00" providerId="ADAL" clId="{90792B44-D5BC-4CEA-B75C-8F1C636A21B3}" dt="2022-12-28T10:23:56.587" v="258" actId="20577"/>
          <ac:spMkLst>
            <pc:docMk/>
            <pc:sldMk cId="2914897210" sldId="327"/>
            <ac:spMk id="3" creationId="{326F9AD7-9A7F-1CC8-6287-B3079A905D25}"/>
          </ac:spMkLst>
        </pc:spChg>
        <pc:spChg chg="mod">
          <ac:chgData name="Aman Patial" userId="e3fd9069-1d14-4a0c-ae1d-8c3a2d937b00" providerId="ADAL" clId="{90792B44-D5BC-4CEA-B75C-8F1C636A21B3}" dt="2022-12-28T10:23:41.535" v="236" actId="21"/>
          <ac:spMkLst>
            <pc:docMk/>
            <pc:sldMk cId="2914897210" sldId="327"/>
            <ac:spMk id="6" creationId="{080655C6-52C9-452E-9C38-20D2311E0C45}"/>
          </ac:spMkLst>
        </pc:spChg>
      </pc:sldChg>
      <pc:sldChg chg="addSp delSp modSp add del mod">
        <pc:chgData name="Aman Patial" userId="e3fd9069-1d14-4a0c-ae1d-8c3a2d937b00" providerId="ADAL" clId="{90792B44-D5BC-4CEA-B75C-8F1C636A21B3}" dt="2022-12-28T10:25:16.915" v="262" actId="2696"/>
        <pc:sldMkLst>
          <pc:docMk/>
          <pc:sldMk cId="3812435512" sldId="328"/>
        </pc:sldMkLst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6" creationId="{77BF7716-E4CC-45BB-A96A-08CAB55A0504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7" creationId="{3B426556-05C0-42CE-8DB9-124DF9B75346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8" creationId="{588C612C-CB65-4EDF-95E8-5C3DC44FF80B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9" creationId="{CD02501C-3FD9-439E-A4CE-97AC12AF26B0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0" creationId="{9189A66D-4CDE-45D3-A8CE-120CF9982D2B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1" creationId="{F6F5E6D7-A22E-48F4-9130-B455BD3143E4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2" creationId="{CB6CE85F-CC10-481F-8446-AAFAF9538B3A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3" creationId="{F5350A74-F832-4786-AC3A-C3E1408947E8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4" creationId="{75B0660F-9007-45EB-B48F-4147D7445E71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5" creationId="{B3D120D9-049C-4562-A96C-9D4A8BE7DDBA}"/>
          </ac:spMkLst>
        </pc:spChg>
        <pc:spChg chg="add mod">
          <ac:chgData name="Aman Patial" userId="e3fd9069-1d14-4a0c-ae1d-8c3a2d937b00" providerId="ADAL" clId="{90792B44-D5BC-4CEA-B75C-8F1C636A21B3}" dt="2022-12-28T10:19:19.943" v="120"/>
          <ac:spMkLst>
            <pc:docMk/>
            <pc:sldMk cId="3812435512" sldId="328"/>
            <ac:spMk id="16" creationId="{E4D4BC6E-392D-4DA1-A71F-317910F8195E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17" creationId="{77BF7716-E4CC-45BB-A96A-08CAB55A0504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18" creationId="{3B426556-05C0-42CE-8DB9-124DF9B75346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19" creationId="{588C612C-CB65-4EDF-95E8-5C3DC44FF80B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0" creationId="{CD02501C-3FD9-439E-A4CE-97AC12AF26B0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1" creationId="{9189A66D-4CDE-45D3-A8CE-120CF9982D2B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2" creationId="{F6F5E6D7-A22E-48F4-9130-B455BD3143E4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3" creationId="{CB6CE85F-CC10-481F-8446-AAFAF9538B3A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4" creationId="{F5350A74-F832-4786-AC3A-C3E1408947E8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5" creationId="{75B0660F-9007-45EB-B48F-4147D7445E71}"/>
          </ac:spMkLst>
        </pc:spChg>
        <pc:spChg chg="add mod">
          <ac:chgData name="Aman Patial" userId="e3fd9069-1d14-4a0c-ae1d-8c3a2d937b00" providerId="ADAL" clId="{90792B44-D5BC-4CEA-B75C-8F1C636A21B3}" dt="2022-12-28T10:19:28.893" v="123" actId="14100"/>
          <ac:spMkLst>
            <pc:docMk/>
            <pc:sldMk cId="3812435512" sldId="328"/>
            <ac:spMk id="26" creationId="{B3D120D9-049C-4562-A96C-9D4A8BE7DDBA}"/>
          </ac:spMkLst>
        </pc:spChg>
        <pc:spChg chg="add mod">
          <ac:chgData name="Aman Patial" userId="e3fd9069-1d14-4a0c-ae1d-8c3a2d937b00" providerId="ADAL" clId="{90792B44-D5BC-4CEA-B75C-8F1C636A21B3}" dt="2022-12-28T10:25:11.580" v="261" actId="1076"/>
          <ac:spMkLst>
            <pc:docMk/>
            <pc:sldMk cId="3812435512" sldId="328"/>
            <ac:spMk id="27" creationId="{E4D4BC6E-392D-4DA1-A71F-317910F8195E}"/>
          </ac:spMkLst>
        </pc:spChg>
        <pc:graphicFrameChg chg="add del mod modGraphic">
          <ac:chgData name="Aman Patial" userId="e3fd9069-1d14-4a0c-ae1d-8c3a2d937b00" providerId="ADAL" clId="{90792B44-D5BC-4CEA-B75C-8F1C636A21B3}" dt="2022-12-28T09:07:33.169" v="115" actId="478"/>
          <ac:graphicFrameMkLst>
            <pc:docMk/>
            <pc:sldMk cId="3812435512" sldId="328"/>
            <ac:graphicFrameMk id="3" creationId="{86577378-97DC-B149-8D2B-6B3F46D847E3}"/>
          </ac:graphicFrameMkLst>
        </pc:graphicFrameChg>
        <pc:graphicFrameChg chg="add del">
          <ac:chgData name="Aman Patial" userId="e3fd9069-1d14-4a0c-ae1d-8c3a2d937b00" providerId="ADAL" clId="{90792B44-D5BC-4CEA-B75C-8F1C636A21B3}" dt="2022-12-28T09:07:29.701" v="114" actId="478"/>
          <ac:graphicFrameMkLst>
            <pc:docMk/>
            <pc:sldMk cId="3812435512" sldId="328"/>
            <ac:graphicFrameMk id="5" creationId="{92E35D3D-E264-8710-1C95-76C4D46A8AB5}"/>
          </ac:graphicFrameMkLst>
        </pc:graphicFrameChg>
        <pc:picChg chg="del">
          <ac:chgData name="Aman Patial" userId="e3fd9069-1d14-4a0c-ae1d-8c3a2d937b00" providerId="ADAL" clId="{90792B44-D5BC-4CEA-B75C-8F1C636A21B3}" dt="2022-12-28T09:06:30.779" v="110" actId="478"/>
          <ac:picMkLst>
            <pc:docMk/>
            <pc:sldMk cId="3812435512" sldId="328"/>
            <ac:picMk id="4" creationId="{F53ADE83-3F39-5E8B-4CE1-4776CFA25409}"/>
          </ac:picMkLst>
        </pc:picChg>
      </pc:sldChg>
      <pc:sldChg chg="add">
        <pc:chgData name="Aman Patial" userId="e3fd9069-1d14-4a0c-ae1d-8c3a2d937b00" providerId="ADAL" clId="{90792B44-D5BC-4CEA-B75C-8F1C636A21B3}" dt="2022-12-28T10:34:46.294" v="365"/>
        <pc:sldMkLst>
          <pc:docMk/>
          <pc:sldMk cId="1397809860" sldId="1499"/>
        </pc:sldMkLst>
      </pc:sldChg>
      <pc:sldChg chg="add">
        <pc:chgData name="Aman Patial" userId="e3fd9069-1d14-4a0c-ae1d-8c3a2d937b00" providerId="ADAL" clId="{90792B44-D5BC-4CEA-B75C-8F1C636A21B3}" dt="2022-12-28T10:34:18.326" v="364"/>
        <pc:sldMkLst>
          <pc:docMk/>
          <pc:sldMk cId="2419878592" sldId="1628"/>
        </pc:sldMkLst>
      </pc:sldChg>
      <pc:sldChg chg="add">
        <pc:chgData name="Aman Patial" userId="e3fd9069-1d14-4a0c-ae1d-8c3a2d937b00" providerId="ADAL" clId="{90792B44-D5BC-4CEA-B75C-8F1C636A21B3}" dt="2022-12-28T09:07:47.814" v="116"/>
        <pc:sldMkLst>
          <pc:docMk/>
          <pc:sldMk cId="1977292873" sldId="1642"/>
        </pc:sldMkLst>
      </pc:sldChg>
      <pc:sldChg chg="add">
        <pc:chgData name="Aman Patial" userId="e3fd9069-1d14-4a0c-ae1d-8c3a2d937b00" providerId="ADAL" clId="{90792B44-D5BC-4CEA-B75C-8F1C636A21B3}" dt="2022-12-28T10:53:23.444" v="376"/>
        <pc:sldMkLst>
          <pc:docMk/>
          <pc:sldMk cId="3938337455" sldId="2034"/>
        </pc:sldMkLst>
      </pc:sldChg>
      <pc:sldChg chg="add">
        <pc:chgData name="Aman Patial" userId="e3fd9069-1d14-4a0c-ae1d-8c3a2d937b00" providerId="ADAL" clId="{90792B44-D5BC-4CEA-B75C-8F1C636A21B3}" dt="2022-12-28T10:52:35.681" v="375"/>
        <pc:sldMkLst>
          <pc:docMk/>
          <pc:sldMk cId="2400249224" sldId="2165"/>
        </pc:sldMkLst>
      </pc:sldChg>
      <pc:sldChg chg="add">
        <pc:chgData name="Aman Patial" userId="e3fd9069-1d14-4a0c-ae1d-8c3a2d937b00" providerId="ADAL" clId="{90792B44-D5BC-4CEA-B75C-8F1C636A21B3}" dt="2022-12-28T10:37:33.718" v="366"/>
        <pc:sldMkLst>
          <pc:docMk/>
          <pc:sldMk cId="3218024908" sldId="2193"/>
        </pc:sldMkLst>
      </pc:sldChg>
      <pc:sldChg chg="add">
        <pc:chgData name="Aman Patial" userId="e3fd9069-1d14-4a0c-ae1d-8c3a2d937b00" providerId="ADAL" clId="{90792B44-D5BC-4CEA-B75C-8F1C636A21B3}" dt="2022-12-28T10:29:14.383" v="265"/>
        <pc:sldMkLst>
          <pc:docMk/>
          <pc:sldMk cId="2553944804" sldId="2375"/>
        </pc:sldMkLst>
      </pc:sldChg>
      <pc:sldChg chg="modSp add mod modNotes">
        <pc:chgData name="Aman Patial" userId="e3fd9069-1d14-4a0c-ae1d-8c3a2d937b00" providerId="ADAL" clId="{90792B44-D5BC-4CEA-B75C-8F1C636A21B3}" dt="2022-12-28T10:58:58.391" v="379" actId="207"/>
        <pc:sldMkLst>
          <pc:docMk/>
          <pc:sldMk cId="3452782526" sldId="2381"/>
        </pc:sldMkLst>
        <pc:spChg chg="mod">
          <ac:chgData name="Aman Patial" userId="e3fd9069-1d14-4a0c-ae1d-8c3a2d937b00" providerId="ADAL" clId="{90792B44-D5BC-4CEA-B75C-8F1C636A21B3}" dt="2022-12-28T10:31:51.921" v="363" actId="207"/>
          <ac:spMkLst>
            <pc:docMk/>
            <pc:sldMk cId="3452782526" sldId="2381"/>
            <ac:spMk id="8" creationId="{7A1F3C2F-13AA-4F62-B01D-AF6896CE5414}"/>
          </ac:spMkLst>
        </pc:spChg>
        <pc:spChg chg="mod">
          <ac:chgData name="Aman Patial" userId="e3fd9069-1d14-4a0c-ae1d-8c3a2d937b00" providerId="ADAL" clId="{90792B44-D5BC-4CEA-B75C-8F1C636A21B3}" dt="2022-12-28T10:58:58.391" v="379" actId="207"/>
          <ac:spMkLst>
            <pc:docMk/>
            <pc:sldMk cId="3452782526" sldId="2381"/>
            <ac:spMk id="9" creationId="{82E10055-F4D6-4DDF-AC29-5513284C7B1F}"/>
          </ac:spMkLst>
        </pc:spChg>
        <pc:picChg chg="mod">
          <ac:chgData name="Aman Patial" userId="e3fd9069-1d14-4a0c-ae1d-8c3a2d937b00" providerId="ADAL" clId="{90792B44-D5BC-4CEA-B75C-8F1C636A21B3}" dt="2022-12-28T10:31:42.959" v="361" actId="207"/>
          <ac:picMkLst>
            <pc:docMk/>
            <pc:sldMk cId="3452782526" sldId="2381"/>
            <ac:picMk id="48" creationId="{320A6D50-901D-4B3C-88E4-9BA59EF47A99}"/>
          </ac:picMkLst>
        </pc:picChg>
        <pc:picChg chg="mod">
          <ac:chgData name="Aman Patial" userId="e3fd9069-1d14-4a0c-ae1d-8c3a2d937b00" providerId="ADAL" clId="{90792B44-D5BC-4CEA-B75C-8F1C636A21B3}" dt="2022-12-28T10:58:50.815" v="377" actId="207"/>
          <ac:picMkLst>
            <pc:docMk/>
            <pc:sldMk cId="3452782526" sldId="2381"/>
            <ac:picMk id="50" creationId="{096D1F18-C16D-45F3-9817-9501E323395C}"/>
          </ac:picMkLst>
        </pc:picChg>
      </pc:sldChg>
      <pc:sldChg chg="add modNotes">
        <pc:chgData name="Aman Patial" userId="e3fd9069-1d14-4a0c-ae1d-8c3a2d937b00" providerId="ADAL" clId="{90792B44-D5BC-4CEA-B75C-8F1C636A21B3}" dt="2022-12-28T10:20:16.288" v="125"/>
        <pc:sldMkLst>
          <pc:docMk/>
          <pc:sldMk cId="791836945" sldId="2389"/>
        </pc:sldMkLst>
      </pc:sldChg>
      <pc:sldChg chg="add del">
        <pc:chgData name="Aman Patial" userId="e3fd9069-1d14-4a0c-ae1d-8c3a2d937b00" providerId="ADAL" clId="{90792B44-D5BC-4CEA-B75C-8F1C636A21B3}" dt="2022-12-28T10:20:50.353" v="128" actId="2696"/>
        <pc:sldMkLst>
          <pc:docMk/>
          <pc:sldMk cId="1843581333" sldId="2390"/>
        </pc:sldMkLst>
      </pc:sldChg>
      <pc:sldChg chg="add modNotes">
        <pc:chgData name="Aman Patial" userId="e3fd9069-1d14-4a0c-ae1d-8c3a2d937b00" providerId="ADAL" clId="{90792B44-D5BC-4CEA-B75C-8F1C636A21B3}" dt="2022-12-28T10:29:33.115" v="271"/>
        <pc:sldMkLst>
          <pc:docMk/>
          <pc:sldMk cId="1752535371" sldId="2397"/>
        </pc:sldMkLst>
      </pc:sldChg>
      <pc:sldChg chg="add">
        <pc:chgData name="Aman Patial" userId="e3fd9069-1d14-4a0c-ae1d-8c3a2d937b00" providerId="ADAL" clId="{90792B44-D5BC-4CEA-B75C-8F1C636A21B3}" dt="2022-12-28T10:49:14.003" v="372"/>
        <pc:sldMkLst>
          <pc:docMk/>
          <pc:sldMk cId="1666700042" sldId="2429"/>
        </pc:sldMkLst>
      </pc:sldChg>
      <pc:sldChg chg="add">
        <pc:chgData name="Aman Patial" userId="e3fd9069-1d14-4a0c-ae1d-8c3a2d937b00" providerId="ADAL" clId="{90792B44-D5BC-4CEA-B75C-8F1C636A21B3}" dt="2022-12-28T10:50:14.791" v="373"/>
        <pc:sldMkLst>
          <pc:docMk/>
          <pc:sldMk cId="1322587561" sldId="2430"/>
        </pc:sldMkLst>
      </pc:sldChg>
      <pc:sldChg chg="add">
        <pc:chgData name="Aman Patial" userId="e3fd9069-1d14-4a0c-ae1d-8c3a2d937b00" providerId="ADAL" clId="{90792B44-D5BC-4CEA-B75C-8F1C636A21B3}" dt="2022-12-28T10:52:00.333" v="374"/>
        <pc:sldMkLst>
          <pc:docMk/>
          <pc:sldMk cId="2091587220" sldId="2431"/>
        </pc:sldMkLst>
      </pc:sldChg>
      <pc:sldChg chg="add modNotes">
        <pc:chgData name="Aman Patial" userId="e3fd9069-1d14-4a0c-ae1d-8c3a2d937b00" providerId="ADAL" clId="{90792B44-D5BC-4CEA-B75C-8F1C636A21B3}" dt="2022-12-28T10:49:14.003" v="372"/>
        <pc:sldMkLst>
          <pc:docMk/>
          <pc:sldMk cId="2201775649" sldId="2440"/>
        </pc:sldMkLst>
      </pc:sldChg>
      <pc:sldChg chg="modSp add mod">
        <pc:chgData name="Aman Patial" userId="e3fd9069-1d14-4a0c-ae1d-8c3a2d937b00" providerId="ADAL" clId="{90792B44-D5BC-4CEA-B75C-8F1C636A21B3}" dt="2022-12-28T10:39:40.303" v="369" actId="207"/>
        <pc:sldMkLst>
          <pc:docMk/>
          <pc:sldMk cId="2899102171" sldId="2445"/>
        </pc:sldMkLst>
        <pc:spChg chg="mod">
          <ac:chgData name="Aman Patial" userId="e3fd9069-1d14-4a0c-ae1d-8c3a2d937b00" providerId="ADAL" clId="{90792B44-D5BC-4CEA-B75C-8F1C636A21B3}" dt="2022-12-28T10:39:25.893" v="368" actId="27636"/>
          <ac:spMkLst>
            <pc:docMk/>
            <pc:sldMk cId="2899102171" sldId="2445"/>
            <ac:spMk id="16" creationId="{6C2BB713-9637-4B9B-938F-E9768876782A}"/>
          </ac:spMkLst>
        </pc:spChg>
        <pc:spChg chg="mod">
          <ac:chgData name="Aman Patial" userId="e3fd9069-1d14-4a0c-ae1d-8c3a2d937b00" providerId="ADAL" clId="{90792B44-D5BC-4CEA-B75C-8F1C636A21B3}" dt="2022-12-28T10:39:40.303" v="369" actId="207"/>
          <ac:spMkLst>
            <pc:docMk/>
            <pc:sldMk cId="2899102171" sldId="2445"/>
            <ac:spMk id="27" creationId="{196C8140-C22A-4B59-9D0E-7679D6D9A3E8}"/>
          </ac:spMkLst>
        </pc:spChg>
      </pc:sldChg>
      <pc:sldChg chg="add">
        <pc:chgData name="Aman Patial" userId="e3fd9069-1d14-4a0c-ae1d-8c3a2d937b00" providerId="ADAL" clId="{90792B44-D5BC-4CEA-B75C-8F1C636A21B3}" dt="2022-12-28T10:40:34.085" v="370"/>
        <pc:sldMkLst>
          <pc:docMk/>
          <pc:sldMk cId="1726578224" sldId="2446"/>
        </pc:sldMkLst>
      </pc:sldChg>
      <pc:sldChg chg="addSp delSp add mod modNotes">
        <pc:chgData name="Aman Patial" userId="e3fd9069-1d14-4a0c-ae1d-8c3a2d937b00" providerId="ADAL" clId="{90792B44-D5BC-4CEA-B75C-8F1C636A21B3}" dt="2022-12-28T11:13:12.601" v="381" actId="22"/>
        <pc:sldMkLst>
          <pc:docMk/>
          <pc:sldMk cId="151008928" sldId="2447"/>
        </pc:sldMkLst>
        <pc:spChg chg="add del">
          <ac:chgData name="Aman Patial" userId="e3fd9069-1d14-4a0c-ae1d-8c3a2d937b00" providerId="ADAL" clId="{90792B44-D5BC-4CEA-B75C-8F1C636A21B3}" dt="2022-12-28T11:13:12.601" v="381" actId="22"/>
          <ac:spMkLst>
            <pc:docMk/>
            <pc:sldMk cId="151008928" sldId="2447"/>
            <ac:spMk id="6" creationId="{F1727D2B-9C58-CDF2-C045-D636E71AACF9}"/>
          </ac:spMkLst>
        </pc:spChg>
      </pc:sldChg>
      <pc:sldChg chg="addSp delSp add mod ord">
        <pc:chgData name="Aman Patial" userId="e3fd9069-1d14-4a0c-ae1d-8c3a2d937b00" providerId="ADAL" clId="{90792B44-D5BC-4CEA-B75C-8F1C636A21B3}" dt="2022-12-28T11:23:51.596" v="450" actId="478"/>
        <pc:sldMkLst>
          <pc:docMk/>
          <pc:sldMk cId="175885422" sldId="2454"/>
        </pc:sldMkLst>
        <pc:picChg chg="add del">
          <ac:chgData name="Aman Patial" userId="e3fd9069-1d14-4a0c-ae1d-8c3a2d937b00" providerId="ADAL" clId="{90792B44-D5BC-4CEA-B75C-8F1C636A21B3}" dt="2022-12-28T11:23:51.596" v="450" actId="478"/>
          <ac:picMkLst>
            <pc:docMk/>
            <pc:sldMk cId="175885422" sldId="2454"/>
            <ac:picMk id="5" creationId="{C9D8DCCD-650B-2828-7162-1BEED8D59ABA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19:16.226" v="424" actId="14100"/>
        <pc:sldMkLst>
          <pc:docMk/>
          <pc:sldMk cId="803123619" sldId="2455"/>
        </pc:sldMkLst>
        <pc:spChg chg="add del">
          <ac:chgData name="Aman Patial" userId="e3fd9069-1d14-4a0c-ae1d-8c3a2d937b00" providerId="ADAL" clId="{90792B44-D5BC-4CEA-B75C-8F1C636A21B3}" dt="2022-12-28T11:13:38.588" v="385"/>
          <ac:spMkLst>
            <pc:docMk/>
            <pc:sldMk cId="803123619" sldId="2455"/>
            <ac:spMk id="3" creationId="{ED67A300-9CFC-D202-DD0C-EC5BF80787B7}"/>
          </ac:spMkLst>
        </pc:spChg>
        <pc:spChg chg="add">
          <ac:chgData name="Aman Patial" userId="e3fd9069-1d14-4a0c-ae1d-8c3a2d937b00" providerId="ADAL" clId="{90792B44-D5BC-4CEA-B75C-8F1C636A21B3}" dt="2022-12-28T11:13:42.348" v="386"/>
          <ac:spMkLst>
            <pc:docMk/>
            <pc:sldMk cId="803123619" sldId="2455"/>
            <ac:spMk id="4" creationId="{D9AEBACC-85D8-8D35-EEE4-358B336071AD}"/>
          </ac:spMkLst>
        </pc:spChg>
        <pc:spChg chg="add del mod">
          <ac:chgData name="Aman Patial" userId="e3fd9069-1d14-4a0c-ae1d-8c3a2d937b00" providerId="ADAL" clId="{90792B44-D5BC-4CEA-B75C-8F1C636A21B3}" dt="2022-12-28T11:14:18.290" v="390"/>
          <ac:spMkLst>
            <pc:docMk/>
            <pc:sldMk cId="803123619" sldId="2455"/>
            <ac:spMk id="5" creationId="{115655CB-B079-A9C5-7FD6-B7D6F38F56AD}"/>
          </ac:spMkLst>
        </pc:spChg>
        <pc:spChg chg="del">
          <ac:chgData name="Aman Patial" userId="e3fd9069-1d14-4a0c-ae1d-8c3a2d937b00" providerId="ADAL" clId="{90792B44-D5BC-4CEA-B75C-8F1C636A21B3}" dt="2022-12-28T11:13:36.458" v="383" actId="478"/>
          <ac:spMkLst>
            <pc:docMk/>
            <pc:sldMk cId="803123619" sldId="2455"/>
            <ac:spMk id="6" creationId="{080655C6-52C9-452E-9C38-20D2311E0C45}"/>
          </ac:spMkLst>
        </pc:spChg>
        <pc:spChg chg="add del mod">
          <ac:chgData name="Aman Patial" userId="e3fd9069-1d14-4a0c-ae1d-8c3a2d937b00" providerId="ADAL" clId="{90792B44-D5BC-4CEA-B75C-8F1C636A21B3}" dt="2022-12-28T11:14:17.706" v="389"/>
          <ac:spMkLst>
            <pc:docMk/>
            <pc:sldMk cId="803123619" sldId="2455"/>
            <ac:spMk id="7" creationId="{B2B8BD28-D9C7-0CB5-0CA8-F92F8AEE0DB9}"/>
          </ac:spMkLst>
        </pc:spChg>
        <pc:picChg chg="add del mod">
          <ac:chgData name="Aman Patial" userId="e3fd9069-1d14-4a0c-ae1d-8c3a2d937b00" providerId="ADAL" clId="{90792B44-D5BC-4CEA-B75C-8F1C636A21B3}" dt="2022-12-28T11:19:01.999" v="418" actId="478"/>
          <ac:picMkLst>
            <pc:docMk/>
            <pc:sldMk cId="803123619" sldId="2455"/>
            <ac:picMk id="9" creationId="{9372B9A1-D56E-7AB9-0805-90320FE5455C}"/>
          </ac:picMkLst>
        </pc:picChg>
        <pc:picChg chg="add mod">
          <ac:chgData name="Aman Patial" userId="e3fd9069-1d14-4a0c-ae1d-8c3a2d937b00" providerId="ADAL" clId="{90792B44-D5BC-4CEA-B75C-8F1C636A21B3}" dt="2022-12-28T11:19:16.226" v="424" actId="14100"/>
          <ac:picMkLst>
            <pc:docMk/>
            <pc:sldMk cId="803123619" sldId="2455"/>
            <ac:picMk id="11" creationId="{CEC2A32C-9C2D-8B76-679A-0B4E4ACDA9E9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15:42.588" v="409" actId="14100"/>
        <pc:sldMkLst>
          <pc:docMk/>
          <pc:sldMk cId="1916163818" sldId="2456"/>
        </pc:sldMkLst>
        <pc:picChg chg="add mod">
          <ac:chgData name="Aman Patial" userId="e3fd9069-1d14-4a0c-ae1d-8c3a2d937b00" providerId="ADAL" clId="{90792B44-D5BC-4CEA-B75C-8F1C636A21B3}" dt="2022-12-28T11:15:42.588" v="409" actId="14100"/>
          <ac:picMkLst>
            <pc:docMk/>
            <pc:sldMk cId="1916163818" sldId="2456"/>
            <ac:picMk id="5" creationId="{8288C3A2-1357-13C2-7A33-0ABFF22BEFB7}"/>
          </ac:picMkLst>
        </pc:picChg>
        <pc:picChg chg="del">
          <ac:chgData name="Aman Patial" userId="e3fd9069-1d14-4a0c-ae1d-8c3a2d937b00" providerId="ADAL" clId="{90792B44-D5BC-4CEA-B75C-8F1C636A21B3}" dt="2022-12-28T11:15:19.968" v="399" actId="478"/>
          <ac:picMkLst>
            <pc:docMk/>
            <pc:sldMk cId="1916163818" sldId="2456"/>
            <ac:picMk id="9" creationId="{9372B9A1-D56E-7AB9-0805-90320FE5455C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17:20.138" v="417" actId="1076"/>
        <pc:sldMkLst>
          <pc:docMk/>
          <pc:sldMk cId="3389323062" sldId="2457"/>
        </pc:sldMkLst>
        <pc:spChg chg="add mod">
          <ac:chgData name="Aman Patial" userId="e3fd9069-1d14-4a0c-ae1d-8c3a2d937b00" providerId="ADAL" clId="{90792B44-D5BC-4CEA-B75C-8F1C636A21B3}" dt="2022-12-28T11:17:06.313" v="412"/>
          <ac:spMkLst>
            <pc:docMk/>
            <pc:sldMk cId="3389323062" sldId="2457"/>
            <ac:spMk id="3" creationId="{293992C6-0084-73FD-9AC1-F153CB386436}"/>
          </ac:spMkLst>
        </pc:spChg>
        <pc:picChg chg="del">
          <ac:chgData name="Aman Patial" userId="e3fd9069-1d14-4a0c-ae1d-8c3a2d937b00" providerId="ADAL" clId="{90792B44-D5BC-4CEA-B75C-8F1C636A21B3}" dt="2022-12-28T11:16:56.688" v="411" actId="478"/>
          <ac:picMkLst>
            <pc:docMk/>
            <pc:sldMk cId="3389323062" sldId="2457"/>
            <ac:picMk id="5" creationId="{8288C3A2-1357-13C2-7A33-0ABFF22BEFB7}"/>
          </ac:picMkLst>
        </pc:picChg>
        <pc:picChg chg="add mod">
          <ac:chgData name="Aman Patial" userId="e3fd9069-1d14-4a0c-ae1d-8c3a2d937b00" providerId="ADAL" clId="{90792B44-D5BC-4CEA-B75C-8F1C636A21B3}" dt="2022-12-28T11:17:20.138" v="417" actId="1076"/>
          <ac:picMkLst>
            <pc:docMk/>
            <pc:sldMk cId="3389323062" sldId="2457"/>
            <ac:picMk id="7" creationId="{FF9E5FD6-7551-0D7B-35D4-E94189E4E231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21:02.108" v="431" actId="14100"/>
        <pc:sldMkLst>
          <pc:docMk/>
          <pc:sldMk cId="935553972" sldId="2458"/>
        </pc:sldMkLst>
        <pc:spChg chg="add mod">
          <ac:chgData name="Aman Patial" userId="e3fd9069-1d14-4a0c-ae1d-8c3a2d937b00" providerId="ADAL" clId="{90792B44-D5BC-4CEA-B75C-8F1C636A21B3}" dt="2022-12-28T11:20:51.746" v="427"/>
          <ac:spMkLst>
            <pc:docMk/>
            <pc:sldMk cId="935553972" sldId="2458"/>
            <ac:spMk id="3" creationId="{7E88699B-BE76-E589-CFC8-7C1526342ECA}"/>
          </ac:spMkLst>
        </pc:spChg>
        <pc:picChg chg="add mod">
          <ac:chgData name="Aman Patial" userId="e3fd9069-1d14-4a0c-ae1d-8c3a2d937b00" providerId="ADAL" clId="{90792B44-D5BC-4CEA-B75C-8F1C636A21B3}" dt="2022-12-28T11:21:02.108" v="431" actId="14100"/>
          <ac:picMkLst>
            <pc:docMk/>
            <pc:sldMk cId="935553972" sldId="2458"/>
            <ac:picMk id="6" creationId="{1A7E3DCA-EC75-2BAA-3464-C64C2E45B2C2}"/>
          </ac:picMkLst>
        </pc:picChg>
        <pc:picChg chg="del">
          <ac:chgData name="Aman Patial" userId="e3fd9069-1d14-4a0c-ae1d-8c3a2d937b00" providerId="ADAL" clId="{90792B44-D5BC-4CEA-B75C-8F1C636A21B3}" dt="2022-12-28T11:20:50.289" v="426" actId="478"/>
          <ac:picMkLst>
            <pc:docMk/>
            <pc:sldMk cId="935553972" sldId="2458"/>
            <ac:picMk id="11" creationId="{CEC2A32C-9C2D-8B76-679A-0B4E4ACDA9E9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21:53.467" v="440" actId="1076"/>
        <pc:sldMkLst>
          <pc:docMk/>
          <pc:sldMk cId="508985597" sldId="2459"/>
        </pc:sldMkLst>
        <pc:picChg chg="del">
          <ac:chgData name="Aman Patial" userId="e3fd9069-1d14-4a0c-ae1d-8c3a2d937b00" providerId="ADAL" clId="{90792B44-D5BC-4CEA-B75C-8F1C636A21B3}" dt="2022-12-28T11:21:35.266" v="433" actId="478"/>
          <ac:picMkLst>
            <pc:docMk/>
            <pc:sldMk cId="508985597" sldId="2459"/>
            <ac:picMk id="6" creationId="{1A7E3DCA-EC75-2BAA-3464-C64C2E45B2C2}"/>
          </ac:picMkLst>
        </pc:picChg>
        <pc:picChg chg="add mod">
          <ac:chgData name="Aman Patial" userId="e3fd9069-1d14-4a0c-ae1d-8c3a2d937b00" providerId="ADAL" clId="{90792B44-D5BC-4CEA-B75C-8F1C636A21B3}" dt="2022-12-28T11:21:53.467" v="440" actId="1076"/>
          <ac:picMkLst>
            <pc:docMk/>
            <pc:sldMk cId="508985597" sldId="2459"/>
            <ac:picMk id="7" creationId="{12D78F64-0844-99DE-3EF6-F77DC14C38C1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23:07.341" v="447" actId="1076"/>
        <pc:sldMkLst>
          <pc:docMk/>
          <pc:sldMk cId="1017922023" sldId="2460"/>
        </pc:sldMkLst>
        <pc:picChg chg="add mod">
          <ac:chgData name="Aman Patial" userId="e3fd9069-1d14-4a0c-ae1d-8c3a2d937b00" providerId="ADAL" clId="{90792B44-D5BC-4CEA-B75C-8F1C636A21B3}" dt="2022-12-28T11:23:07.341" v="447" actId="1076"/>
          <ac:picMkLst>
            <pc:docMk/>
            <pc:sldMk cId="1017922023" sldId="2460"/>
            <ac:picMk id="6" creationId="{E31A7613-08E1-3E21-71E1-2132484C213B}"/>
          </ac:picMkLst>
        </pc:picChg>
        <pc:picChg chg="del">
          <ac:chgData name="Aman Patial" userId="e3fd9069-1d14-4a0c-ae1d-8c3a2d937b00" providerId="ADAL" clId="{90792B44-D5BC-4CEA-B75C-8F1C636A21B3}" dt="2022-12-28T11:22:53.242" v="442" actId="478"/>
          <ac:picMkLst>
            <pc:docMk/>
            <pc:sldMk cId="1017922023" sldId="2460"/>
            <ac:picMk id="7" creationId="{12D78F64-0844-99DE-3EF6-F77DC14C38C1}"/>
          </ac:picMkLst>
        </pc:picChg>
      </pc:sldChg>
      <pc:sldChg chg="add">
        <pc:chgData name="Aman Patial" userId="e3fd9069-1d14-4a0c-ae1d-8c3a2d937b00" providerId="ADAL" clId="{90792B44-D5BC-4CEA-B75C-8F1C636A21B3}" dt="2022-12-28T11:23:45.346" v="448" actId="2890"/>
        <pc:sldMkLst>
          <pc:docMk/>
          <pc:sldMk cId="3332387928" sldId="2461"/>
        </pc:sldMkLst>
      </pc:sldChg>
      <pc:sldChg chg="add">
        <pc:chgData name="Aman Patial" userId="e3fd9069-1d14-4a0c-ae1d-8c3a2d937b00" providerId="ADAL" clId="{90792B44-D5BC-4CEA-B75C-8F1C636A21B3}" dt="2022-12-28T11:23:55.195" v="451" actId="2890"/>
        <pc:sldMkLst>
          <pc:docMk/>
          <pc:sldMk cId="843559839" sldId="2462"/>
        </pc:sldMkLst>
      </pc:sldChg>
      <pc:sldChg chg="addSp delSp modSp add mod">
        <pc:chgData name="Aman Patial" userId="e3fd9069-1d14-4a0c-ae1d-8c3a2d937b00" providerId="ADAL" clId="{90792B44-D5BC-4CEA-B75C-8F1C636A21B3}" dt="2022-12-28T11:52:47.070" v="461" actId="1076"/>
        <pc:sldMkLst>
          <pc:docMk/>
          <pc:sldMk cId="1501597735" sldId="2463"/>
        </pc:sldMkLst>
        <pc:grpChg chg="del">
          <ac:chgData name="Aman Patial" userId="e3fd9069-1d14-4a0c-ae1d-8c3a2d937b00" providerId="ADAL" clId="{90792B44-D5BC-4CEA-B75C-8F1C636A21B3}" dt="2022-12-28T11:52:41.555" v="459" actId="478"/>
          <ac:grpSpMkLst>
            <pc:docMk/>
            <pc:sldMk cId="1501597735" sldId="2463"/>
            <ac:grpSpMk id="25" creationId="{CB462C79-8412-093A-9B2B-840152A94135}"/>
          </ac:grpSpMkLst>
        </pc:grpChg>
        <pc:picChg chg="add mod">
          <ac:chgData name="Aman Patial" userId="e3fd9069-1d14-4a0c-ae1d-8c3a2d937b00" providerId="ADAL" clId="{90792B44-D5BC-4CEA-B75C-8F1C636A21B3}" dt="2022-12-28T11:52:47.070" v="461" actId="1076"/>
          <ac:picMkLst>
            <pc:docMk/>
            <pc:sldMk cId="1501597735" sldId="2463"/>
            <ac:picMk id="3" creationId="{14D841C0-135B-9F5D-E1D0-D3559C8AB95C}"/>
          </ac:picMkLst>
        </pc:picChg>
      </pc:sldChg>
      <pc:sldChg chg="addSp delSp modSp add mod">
        <pc:chgData name="Aman Patial" userId="e3fd9069-1d14-4a0c-ae1d-8c3a2d937b00" providerId="ADAL" clId="{90792B44-D5BC-4CEA-B75C-8F1C636A21B3}" dt="2022-12-28T11:56:12.764" v="475" actId="22"/>
        <pc:sldMkLst>
          <pc:docMk/>
          <pc:sldMk cId="2622123970" sldId="2464"/>
        </pc:sldMkLst>
        <pc:picChg chg="del">
          <ac:chgData name="Aman Patial" userId="e3fd9069-1d14-4a0c-ae1d-8c3a2d937b00" providerId="ADAL" clId="{90792B44-D5BC-4CEA-B75C-8F1C636A21B3}" dt="2022-12-28T11:53:29.487" v="463" actId="478"/>
          <ac:picMkLst>
            <pc:docMk/>
            <pc:sldMk cId="2622123970" sldId="2464"/>
            <ac:picMk id="3" creationId="{14D841C0-135B-9F5D-E1D0-D3559C8AB95C}"/>
          </ac:picMkLst>
        </pc:picChg>
        <pc:picChg chg="add del">
          <ac:chgData name="Aman Patial" userId="e3fd9069-1d14-4a0c-ae1d-8c3a2d937b00" providerId="ADAL" clId="{90792B44-D5BC-4CEA-B75C-8F1C636A21B3}" dt="2022-12-28T11:54:51.888" v="468" actId="478"/>
          <ac:picMkLst>
            <pc:docMk/>
            <pc:sldMk cId="2622123970" sldId="2464"/>
            <ac:picMk id="4" creationId="{17AA0B00-E958-7E8F-572E-220653FED9F2}"/>
          </ac:picMkLst>
        </pc:picChg>
        <pc:picChg chg="add del">
          <ac:chgData name="Aman Patial" userId="e3fd9069-1d14-4a0c-ae1d-8c3a2d937b00" providerId="ADAL" clId="{90792B44-D5BC-4CEA-B75C-8F1C636A21B3}" dt="2022-12-28T11:55:34.123" v="470" actId="478"/>
          <ac:picMkLst>
            <pc:docMk/>
            <pc:sldMk cId="2622123970" sldId="2464"/>
            <ac:picMk id="7" creationId="{BFDB42C0-5F6A-7D98-4314-4FB07832A318}"/>
          </ac:picMkLst>
        </pc:picChg>
        <pc:picChg chg="add del mod">
          <ac:chgData name="Aman Patial" userId="e3fd9069-1d14-4a0c-ae1d-8c3a2d937b00" providerId="ADAL" clId="{90792B44-D5BC-4CEA-B75C-8F1C636A21B3}" dt="2022-12-28T11:56:11.825" v="474" actId="478"/>
          <ac:picMkLst>
            <pc:docMk/>
            <pc:sldMk cId="2622123970" sldId="2464"/>
            <ac:picMk id="9" creationId="{E37D680F-9A3A-E11E-90AB-DA20F80050D8}"/>
          </ac:picMkLst>
        </pc:picChg>
        <pc:picChg chg="add">
          <ac:chgData name="Aman Patial" userId="e3fd9069-1d14-4a0c-ae1d-8c3a2d937b00" providerId="ADAL" clId="{90792B44-D5BC-4CEA-B75C-8F1C636A21B3}" dt="2022-12-28T11:56:12.764" v="475" actId="22"/>
          <ac:picMkLst>
            <pc:docMk/>
            <pc:sldMk cId="2622123970" sldId="2464"/>
            <ac:picMk id="11" creationId="{578DA436-2C11-0B2F-D90D-C99D73A618F3}"/>
          </ac:picMkLst>
        </pc:picChg>
      </pc:sldChg>
      <pc:sldChg chg="addSp delSp add mod">
        <pc:chgData name="Aman Patial" userId="e3fd9069-1d14-4a0c-ae1d-8c3a2d937b00" providerId="ADAL" clId="{90792B44-D5BC-4CEA-B75C-8F1C636A21B3}" dt="2022-12-28T11:53:52.608" v="467" actId="22"/>
        <pc:sldMkLst>
          <pc:docMk/>
          <pc:sldMk cId="997653519" sldId="2465"/>
        </pc:sldMkLst>
        <pc:picChg chg="add">
          <ac:chgData name="Aman Patial" userId="e3fd9069-1d14-4a0c-ae1d-8c3a2d937b00" providerId="ADAL" clId="{90792B44-D5BC-4CEA-B75C-8F1C636A21B3}" dt="2022-12-28T11:53:52.608" v="467" actId="22"/>
          <ac:picMkLst>
            <pc:docMk/>
            <pc:sldMk cId="997653519" sldId="2465"/>
            <ac:picMk id="3" creationId="{B3402B39-C299-F82D-592B-15FDACA75B49}"/>
          </ac:picMkLst>
        </pc:picChg>
        <pc:picChg chg="del">
          <ac:chgData name="Aman Patial" userId="e3fd9069-1d14-4a0c-ae1d-8c3a2d937b00" providerId="ADAL" clId="{90792B44-D5BC-4CEA-B75C-8F1C636A21B3}" dt="2022-12-28T11:53:51.606" v="466" actId="478"/>
          <ac:picMkLst>
            <pc:docMk/>
            <pc:sldMk cId="997653519" sldId="2465"/>
            <ac:picMk id="4" creationId="{17AA0B00-E958-7E8F-572E-220653FED9F2}"/>
          </ac:picMkLst>
        </pc:picChg>
      </pc:sldChg>
      <pc:sldChg chg="add">
        <pc:chgData name="Aman Patial" userId="e3fd9069-1d14-4a0c-ae1d-8c3a2d937b00" providerId="ADAL" clId="{90792B44-D5BC-4CEA-B75C-8F1C636A21B3}" dt="2022-12-28T11:56:09.140" v="473" actId="2890"/>
        <pc:sldMkLst>
          <pc:docMk/>
          <pc:sldMk cId="2821676600" sldId="2466"/>
        </pc:sldMkLst>
      </pc:sldChg>
      <pc:sldChg chg="addSp delSp add mod ord">
        <pc:chgData name="Aman Patial" userId="e3fd9069-1d14-4a0c-ae1d-8c3a2d937b00" providerId="ADAL" clId="{90792B44-D5BC-4CEA-B75C-8F1C636A21B3}" dt="2022-12-28T12:08:11.581" v="480"/>
        <pc:sldMkLst>
          <pc:docMk/>
          <pc:sldMk cId="298245841" sldId="2467"/>
        </pc:sldMkLst>
        <pc:picChg chg="del">
          <ac:chgData name="Aman Patial" userId="e3fd9069-1d14-4a0c-ae1d-8c3a2d937b00" providerId="ADAL" clId="{90792B44-D5BC-4CEA-B75C-8F1C636A21B3}" dt="2022-12-28T12:08:03.549" v="477" actId="478"/>
          <ac:picMkLst>
            <pc:docMk/>
            <pc:sldMk cId="298245841" sldId="2467"/>
            <ac:picMk id="3" creationId="{B3402B39-C299-F82D-592B-15FDACA75B49}"/>
          </ac:picMkLst>
        </pc:picChg>
        <pc:picChg chg="add">
          <ac:chgData name="Aman Patial" userId="e3fd9069-1d14-4a0c-ae1d-8c3a2d937b00" providerId="ADAL" clId="{90792B44-D5BC-4CEA-B75C-8F1C636A21B3}" dt="2022-12-28T12:08:04.541" v="478" actId="22"/>
          <ac:picMkLst>
            <pc:docMk/>
            <pc:sldMk cId="298245841" sldId="2467"/>
            <ac:picMk id="4" creationId="{EDD0996E-7886-0A2D-3592-C624831CFE58}"/>
          </ac:picMkLst>
        </pc:picChg>
      </pc:sldChg>
      <pc:sldChg chg="addSp modSp add mod">
        <pc:chgData name="Aman Patial" userId="e3fd9069-1d14-4a0c-ae1d-8c3a2d937b00" providerId="ADAL" clId="{90792B44-D5BC-4CEA-B75C-8F1C636A21B3}" dt="2023-01-01T18:15:33.281" v="485" actId="1076"/>
        <pc:sldMkLst>
          <pc:docMk/>
          <pc:sldMk cId="2047759813" sldId="2468"/>
        </pc:sldMkLst>
        <pc:spChg chg="mod">
          <ac:chgData name="Aman Patial" userId="e3fd9069-1d14-4a0c-ae1d-8c3a2d937b00" providerId="ADAL" clId="{90792B44-D5BC-4CEA-B75C-8F1C636A21B3}" dt="2023-01-01T13:31:11.232" v="482"/>
          <ac:spMkLst>
            <pc:docMk/>
            <pc:sldMk cId="2047759813" sldId="2468"/>
            <ac:spMk id="6" creationId="{080655C6-52C9-452E-9C38-20D2311E0C45}"/>
          </ac:spMkLst>
        </pc:spChg>
        <pc:picChg chg="add mod">
          <ac:chgData name="Aman Patial" userId="e3fd9069-1d14-4a0c-ae1d-8c3a2d937b00" providerId="ADAL" clId="{90792B44-D5BC-4CEA-B75C-8F1C636A21B3}" dt="2023-01-01T18:15:33.281" v="485" actId="1076"/>
          <ac:picMkLst>
            <pc:docMk/>
            <pc:sldMk cId="2047759813" sldId="2468"/>
            <ac:picMk id="4098" creationId="{C196F263-6E2D-2961-0091-980EAFD2CEF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DA1BD-267D-4A25-AAE8-FF800A404E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4B3EF-BADC-4CD6-A54F-A605AEAC44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3EF2C-E361-42C0-AC8D-9BCEDDC9120F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1CD7C-547B-494A-ABAF-8FBD49C2009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4301C-BE98-4F55-8962-D0E9C05826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E85E4-FA5B-4747-8F8D-558B2252F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560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4" name="Shape 15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Establish business integrated IT team  </a:t>
            </a:r>
            <a:r>
              <a:rPr lang="en-US"/>
              <a:t>- 1. Nippon Singapore team (Any Express business), 2. Sales team, 3. Shared IT team, 4. Regional IT team 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80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11556-2BD5-5646-88B3-262D854B2C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6975" y="739775"/>
            <a:ext cx="9210675" cy="12236450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A0D08527-B6FC-494E-8C12-C09958EE234F}"/>
              </a:ext>
            </a:extLst>
          </p:cNvPr>
          <p:cNvSpPr/>
          <p:nvPr userDrawn="1"/>
        </p:nvSpPr>
        <p:spPr>
          <a:xfrm>
            <a:off x="12606813" y="1008630"/>
            <a:ext cx="107554" cy="2227491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" name="Rectangle">
            <a:extLst>
              <a:ext uri="{FF2B5EF4-FFF2-40B4-BE49-F238E27FC236}">
                <a16:creationId xmlns:a16="http://schemas.microsoft.com/office/drawing/2014/main" id="{59555C7D-6819-E543-A537-435C67B5E537}"/>
              </a:ext>
            </a:extLst>
          </p:cNvPr>
          <p:cNvSpPr/>
          <p:nvPr userDrawn="1"/>
        </p:nvSpPr>
        <p:spPr>
          <a:xfrm>
            <a:off x="17199046" y="4149523"/>
            <a:ext cx="17935" cy="8247965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F2D85B9F-5E22-AA45-A941-3A618177D8E5}"/>
              </a:ext>
            </a:extLst>
          </p:cNvPr>
          <p:cNvSpPr/>
          <p:nvPr userDrawn="1"/>
        </p:nvSpPr>
        <p:spPr>
          <a:xfrm>
            <a:off x="12774959" y="6677920"/>
            <a:ext cx="8866108" cy="14608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F719B993-7C1C-5E44-9004-952A77A9DC81}"/>
              </a:ext>
            </a:extLst>
          </p:cNvPr>
          <p:cNvSpPr/>
          <p:nvPr userDrawn="1"/>
        </p:nvSpPr>
        <p:spPr>
          <a:xfrm>
            <a:off x="12774959" y="9620672"/>
            <a:ext cx="8866108" cy="14608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45D9ED0-644D-5441-A20C-2A8C326C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9734" y="1665022"/>
            <a:ext cx="10744666" cy="914706"/>
          </a:xfrm>
        </p:spPr>
        <p:txBody>
          <a:bodyPr>
            <a:normAutofit/>
          </a:bodyPr>
          <a:lstStyle>
            <a:lvl1pPr algn="l">
              <a:defRPr sz="5000" b="1" i="0">
                <a:solidFill>
                  <a:srgbClr val="2A3353"/>
                </a:solidFill>
                <a:latin typeface="Montserrat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B84A1DBB-7041-F147-8512-4312996AE968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283238" y="4597140"/>
            <a:ext cx="3165497" cy="15030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r>
              <a:rPr lang="en-IN" dirty="0"/>
              <a:t>Body Level One</a:t>
            </a:r>
          </a:p>
          <a:p>
            <a:r>
              <a:rPr lang="en-IN" dirty="0"/>
              <a:t>Body Level Two</a:t>
            </a:r>
          </a:p>
          <a:p>
            <a:r>
              <a:rPr lang="en-IN" dirty="0"/>
              <a:t>Body Level Three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AD53B992-3E1C-8947-8C37-0908435CECEB}"/>
              </a:ext>
            </a:extLst>
          </p:cNvPr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17900208" y="4597140"/>
            <a:ext cx="3165497" cy="15030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r>
              <a:rPr lang="en-IN" dirty="0"/>
              <a:t>Body Level One</a:t>
            </a:r>
          </a:p>
          <a:p>
            <a:r>
              <a:rPr lang="en-IN" dirty="0"/>
              <a:t>Body Level Two</a:t>
            </a:r>
          </a:p>
          <a:p>
            <a:r>
              <a:rPr lang="en-IN" dirty="0"/>
              <a:t>Body Level Three</a:t>
            </a:r>
          </a:p>
        </p:txBody>
      </p:sp>
      <p:sp>
        <p:nvSpPr>
          <p:cNvPr id="27" name="Body Level One…">
            <a:extLst>
              <a:ext uri="{FF2B5EF4-FFF2-40B4-BE49-F238E27FC236}">
                <a16:creationId xmlns:a16="http://schemas.microsoft.com/office/drawing/2014/main" id="{7A2FE5D3-A378-CD40-8E75-91C4CE5EA52D}"/>
              </a:ext>
            </a:extLst>
          </p:cNvPr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3283238" y="7325350"/>
            <a:ext cx="3165497" cy="15030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r>
              <a:rPr lang="en-IN" dirty="0"/>
              <a:t>Body Level One</a:t>
            </a:r>
          </a:p>
          <a:p>
            <a:r>
              <a:rPr lang="en-IN" dirty="0"/>
              <a:t>Body Level Two</a:t>
            </a:r>
          </a:p>
          <a:p>
            <a:r>
              <a:rPr lang="en-IN" dirty="0"/>
              <a:t>Body Level Three</a:t>
            </a:r>
          </a:p>
        </p:txBody>
      </p:sp>
      <p:sp>
        <p:nvSpPr>
          <p:cNvPr id="28" name="Body Level One…">
            <a:extLst>
              <a:ext uri="{FF2B5EF4-FFF2-40B4-BE49-F238E27FC236}">
                <a16:creationId xmlns:a16="http://schemas.microsoft.com/office/drawing/2014/main" id="{E3F61D6B-7986-C047-A6C4-DBAFD126FCAE}"/>
              </a:ext>
            </a:extLst>
          </p:cNvPr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17900208" y="7325350"/>
            <a:ext cx="3165497" cy="15030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r>
              <a:rPr lang="en-IN" dirty="0"/>
              <a:t>Body Level One</a:t>
            </a:r>
          </a:p>
          <a:p>
            <a:r>
              <a:rPr lang="en-IN" dirty="0"/>
              <a:t>Body Level Two</a:t>
            </a:r>
          </a:p>
          <a:p>
            <a:r>
              <a:rPr lang="en-IN" dirty="0"/>
              <a:t>Body Level Three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F5752743-2E3D-B74F-85A6-0C65BF236BFE}"/>
              </a:ext>
            </a:extLst>
          </p:cNvPr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13283238" y="10173482"/>
            <a:ext cx="3165497" cy="15030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r>
              <a:rPr lang="en-IN" dirty="0"/>
              <a:t>Body Level One</a:t>
            </a:r>
          </a:p>
          <a:p>
            <a:r>
              <a:rPr lang="en-IN" dirty="0"/>
              <a:t>Body Level Two</a:t>
            </a:r>
          </a:p>
          <a:p>
            <a:r>
              <a:rPr lang="en-IN" dirty="0"/>
              <a:t>Body Level Three</a:t>
            </a:r>
          </a:p>
        </p:txBody>
      </p:sp>
      <p:sp>
        <p:nvSpPr>
          <p:cNvPr id="30" name="Body Level One…">
            <a:extLst>
              <a:ext uri="{FF2B5EF4-FFF2-40B4-BE49-F238E27FC236}">
                <a16:creationId xmlns:a16="http://schemas.microsoft.com/office/drawing/2014/main" id="{E5D19EF0-CA69-AE47-98D0-EAF782956898}"/>
              </a:ext>
            </a:extLst>
          </p:cNvPr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17900208" y="10173482"/>
            <a:ext cx="3165497" cy="15030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0" indent="0" algn="ctr">
              <a:spcBef>
                <a:spcPts val="0"/>
              </a:spcBef>
              <a:buSzTx/>
              <a:buNone/>
              <a:defRPr sz="3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r>
              <a:rPr lang="en-IN" dirty="0"/>
              <a:t>Body Level One</a:t>
            </a:r>
          </a:p>
          <a:p>
            <a:r>
              <a:rPr lang="en-IN" dirty="0"/>
              <a:t>Body Level Two</a:t>
            </a:r>
          </a:p>
          <a:p>
            <a:r>
              <a:rPr lang="en-IN" dirty="0"/>
              <a:t>Body Level Three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010634" y="983654"/>
            <a:ext cx="20357457" cy="8160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000" b="1" i="0">
                <a:solidFill>
                  <a:srgbClr val="2A3353"/>
                </a:solidFill>
                <a:latin typeface="Montserrat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46803" y="13081000"/>
            <a:ext cx="453238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Backgeound@2x.png" descr="Backgeound@2x.png">
            <a:extLst>
              <a:ext uri="{FF2B5EF4-FFF2-40B4-BE49-F238E27FC236}">
                <a16:creationId xmlns:a16="http://schemas.microsoft.com/office/drawing/2014/main" id="{A50C9D42-A7DE-DA41-8F07-13F18F832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3392000"/>
            <a:ext cx="24384000" cy="32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CC2882D-39BE-DC4F-9A45-2EAE4CB014CC}"/>
              </a:ext>
            </a:extLst>
          </p:cNvPr>
          <p:cNvSpPr/>
          <p:nvPr userDrawn="1"/>
        </p:nvSpPr>
        <p:spPr>
          <a:xfrm>
            <a:off x="1684813" y="1097680"/>
            <a:ext cx="107554" cy="1320801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5" name="Body Level One…">
            <a:extLst>
              <a:ext uri="{FF2B5EF4-FFF2-40B4-BE49-F238E27FC236}">
                <a16:creationId xmlns:a16="http://schemas.microsoft.com/office/drawing/2014/main" id="{9185B96B-8815-6845-BF54-33B5702F5723}"/>
              </a:ext>
            </a:extLst>
          </p:cNvPr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2010634" y="1771653"/>
            <a:ext cx="20357456" cy="67102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SzTx/>
              <a:buNone/>
              <a:defRPr sz="4000" b="0" i="0">
                <a:solidFill>
                  <a:srgbClr val="2A3353"/>
                </a:solidFill>
                <a:latin typeface="Montserrat" pitchFamily="2" charset="77"/>
              </a:defRPr>
            </a:lvl1pPr>
            <a:lvl2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5pPr>
          </a:lstStyle>
          <a:p>
            <a:r>
              <a:rPr lang="en-US" dirty="0"/>
              <a:t>Sub Title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437517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010634" y="983654"/>
            <a:ext cx="20357457" cy="8160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000" b="1" i="0">
                <a:solidFill>
                  <a:srgbClr val="2A3353"/>
                </a:solidFill>
                <a:latin typeface="Montserrat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46803" y="13081000"/>
            <a:ext cx="453238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BCC2882D-39BE-DC4F-9A45-2EAE4CB014CC}"/>
              </a:ext>
            </a:extLst>
          </p:cNvPr>
          <p:cNvSpPr/>
          <p:nvPr userDrawn="1"/>
        </p:nvSpPr>
        <p:spPr>
          <a:xfrm>
            <a:off x="1684813" y="1097680"/>
            <a:ext cx="107554" cy="1320801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5" name="Body Level One…">
            <a:extLst>
              <a:ext uri="{FF2B5EF4-FFF2-40B4-BE49-F238E27FC236}">
                <a16:creationId xmlns:a16="http://schemas.microsoft.com/office/drawing/2014/main" id="{9185B96B-8815-6845-BF54-33B5702F5723}"/>
              </a:ext>
            </a:extLst>
          </p:cNvPr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2010634" y="1771653"/>
            <a:ext cx="20357456" cy="67102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SzTx/>
              <a:buNone/>
              <a:defRPr sz="4000" b="0" i="0">
                <a:solidFill>
                  <a:srgbClr val="2A3353"/>
                </a:solidFill>
                <a:latin typeface="Montserrat" pitchFamily="2" charset="77"/>
              </a:defRPr>
            </a:lvl1pPr>
            <a:lvl2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5pPr>
          </a:lstStyle>
          <a:p>
            <a:r>
              <a:rPr lang="en-US" dirty="0"/>
              <a:t>Sub Title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33349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010634" y="1350036"/>
            <a:ext cx="20357457" cy="8160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000" b="1" i="0">
                <a:solidFill>
                  <a:srgbClr val="2A3353"/>
                </a:solidFill>
                <a:latin typeface="Montserrat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46803" y="13081000"/>
            <a:ext cx="453238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Backgeound@2x.png" descr="Backgeound@2x.png">
            <a:extLst>
              <a:ext uri="{FF2B5EF4-FFF2-40B4-BE49-F238E27FC236}">
                <a16:creationId xmlns:a16="http://schemas.microsoft.com/office/drawing/2014/main" id="{A50C9D42-A7DE-DA41-8F07-13F18F832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3392000"/>
            <a:ext cx="24384000" cy="32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CC2882D-39BE-DC4F-9A45-2EAE4CB014CC}"/>
              </a:ext>
            </a:extLst>
          </p:cNvPr>
          <p:cNvSpPr/>
          <p:nvPr userDrawn="1"/>
        </p:nvSpPr>
        <p:spPr>
          <a:xfrm>
            <a:off x="1684813" y="1097680"/>
            <a:ext cx="107554" cy="1320801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0227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010634" y="1350036"/>
            <a:ext cx="20357457" cy="8160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000" b="1" i="0">
                <a:solidFill>
                  <a:srgbClr val="2A3353"/>
                </a:solidFill>
                <a:latin typeface="Montserrat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46803" y="13081000"/>
            <a:ext cx="453238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BCC2882D-39BE-DC4F-9A45-2EAE4CB014CC}"/>
              </a:ext>
            </a:extLst>
          </p:cNvPr>
          <p:cNvSpPr/>
          <p:nvPr userDrawn="1"/>
        </p:nvSpPr>
        <p:spPr>
          <a:xfrm>
            <a:off x="1684813" y="1097680"/>
            <a:ext cx="107554" cy="1320801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92801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B184FE5E-FFB3-6643-A40A-1D3622F475C7}"/>
              </a:ext>
            </a:extLst>
          </p:cNvPr>
          <p:cNvSpPr/>
          <p:nvPr userDrawn="1"/>
        </p:nvSpPr>
        <p:spPr>
          <a:xfrm>
            <a:off x="1684813" y="1097680"/>
            <a:ext cx="107554" cy="1320801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" name="Body Level One…">
            <a:extLst>
              <a:ext uri="{FF2B5EF4-FFF2-40B4-BE49-F238E27FC236}">
                <a16:creationId xmlns:a16="http://schemas.microsoft.com/office/drawing/2014/main" id="{F53E4305-273C-FD42-B3B8-8340570B52C2}"/>
              </a:ext>
            </a:extLst>
          </p:cNvPr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2010634" y="1771653"/>
            <a:ext cx="10981466" cy="67102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SzTx/>
              <a:buNone/>
              <a:defRPr sz="4000" b="0" i="0">
                <a:solidFill>
                  <a:srgbClr val="2A3353"/>
                </a:solidFill>
                <a:latin typeface="Montserrat" pitchFamily="2" charset="77"/>
              </a:defRPr>
            </a:lvl1pPr>
            <a:lvl2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5pPr>
          </a:lstStyle>
          <a:p>
            <a:r>
              <a:rPr lang="en-US" dirty="0"/>
              <a:t>Sub Title Text</a:t>
            </a:r>
            <a:endParaRPr dirty="0"/>
          </a:p>
        </p:txBody>
      </p:sp>
      <p:sp>
        <p:nvSpPr>
          <p:cNvPr id="38" name="Image"/>
          <p:cNvSpPr>
            <a:spLocks noGrp="1"/>
          </p:cNvSpPr>
          <p:nvPr>
            <p:ph type="pic" sz="half" idx="21"/>
          </p:nvPr>
        </p:nvSpPr>
        <p:spPr>
          <a:xfrm>
            <a:off x="13483566" y="1013023"/>
            <a:ext cx="9887968" cy="1168992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" name="Body Level One…">
            <a:extLst>
              <a:ext uri="{FF2B5EF4-FFF2-40B4-BE49-F238E27FC236}">
                <a16:creationId xmlns:a16="http://schemas.microsoft.com/office/drawing/2014/main" id="{8A959918-FF6B-004D-BDF2-D5EEE7D9E20E}"/>
              </a:ext>
            </a:extLst>
          </p:cNvPr>
          <p:cNvSpPr txBox="1">
            <a:spLocks noGrp="1"/>
          </p:cNvSpPr>
          <p:nvPr>
            <p:ph type="body" sz="quarter" idx="33" hasCustomPrompt="1"/>
          </p:nvPr>
        </p:nvSpPr>
        <p:spPr>
          <a:xfrm>
            <a:off x="2010634" y="983654"/>
            <a:ext cx="10981466" cy="7932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5000" b="1" i="0">
                <a:solidFill>
                  <a:srgbClr val="2A3353"/>
                </a:solidFill>
                <a:latin typeface="Montserrat" pitchFamily="2" charset="77"/>
              </a:defRPr>
            </a:lvl1pPr>
            <a:lvl2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5pPr>
          </a:lstStyle>
          <a:p>
            <a:r>
              <a:rPr lang="en-US" dirty="0"/>
              <a:t>Title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147491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E61C3EC8-5064-F246-B328-2B8C8CDA4DD7}"/>
              </a:ext>
            </a:extLst>
          </p:cNvPr>
          <p:cNvSpPr/>
          <p:nvPr userDrawn="1"/>
        </p:nvSpPr>
        <p:spPr>
          <a:xfrm>
            <a:off x="-46057" y="-104590"/>
            <a:ext cx="24521303" cy="13690601"/>
          </a:xfrm>
          <a:prstGeom prst="rect">
            <a:avLst/>
          </a:prstGeom>
          <a:gradFill>
            <a:gsLst>
              <a:gs pos="0">
                <a:schemeClr val="accent2">
                  <a:hueOff val="3166337"/>
                  <a:satOff val="-19645"/>
                  <a:lumOff val="-44313"/>
                </a:schemeClr>
              </a:gs>
              <a:gs pos="78207">
                <a:srgbClr val="232E3C"/>
              </a:gs>
              <a:gs pos="100000">
                <a:schemeClr val="accent2">
                  <a:hueOff val="4013396"/>
                  <a:satOff val="-56292"/>
                  <a:lumOff val="-38431"/>
                </a:schemeClr>
              </a:gs>
            </a:gsLst>
            <a:lin ang="20227118"/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06B58A19-BADA-C74C-BEC9-AD5EF70C1831}"/>
              </a:ext>
            </a:extLst>
          </p:cNvPr>
          <p:cNvSpPr/>
          <p:nvPr userDrawn="1"/>
        </p:nvSpPr>
        <p:spPr>
          <a:xfrm>
            <a:off x="1684813" y="1599176"/>
            <a:ext cx="107554" cy="1445235"/>
          </a:xfrm>
          <a:prstGeom prst="rect">
            <a:avLst/>
          </a:prstGeom>
          <a:solidFill>
            <a:srgbClr val="F4742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010634" y="1849172"/>
            <a:ext cx="10223500" cy="94524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SzTx/>
              <a:buNone/>
              <a:defRPr sz="5000" b="1" i="0">
                <a:solidFill>
                  <a:schemeClr val="bg1"/>
                </a:solidFill>
                <a:latin typeface="Montserrat" pitchFamily="2" charset="77"/>
              </a:defRPr>
            </a:lvl1pPr>
            <a:lvl2pPr marL="0" indent="0" algn="l">
              <a:spcBef>
                <a:spcPts val="0"/>
              </a:spcBef>
              <a:buSz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r>
              <a:rPr lang="en-US" dirty="0"/>
              <a:t>Title Text Here</a:t>
            </a:r>
            <a:endParaRPr dirty="0"/>
          </a:p>
        </p:txBody>
      </p:sp>
      <p:pic>
        <p:nvPicPr>
          <p:cNvPr id="9" name="Backgeound@2x.png" descr="Backgeound@2x.png">
            <a:extLst>
              <a:ext uri="{FF2B5EF4-FFF2-40B4-BE49-F238E27FC236}">
                <a16:creationId xmlns:a16="http://schemas.microsoft.com/office/drawing/2014/main" id="{4084B202-1736-7A46-B26D-BD7D90F890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3392000"/>
            <a:ext cx="24384000" cy="324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2878498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17767834.jpg" descr="17767834.jpg">
            <a:extLst>
              <a:ext uri="{FF2B5EF4-FFF2-40B4-BE49-F238E27FC236}">
                <a16:creationId xmlns:a16="http://schemas.microsoft.com/office/drawing/2014/main" id="{74F04249-AA21-754C-84A1-DB12A3491C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66023" y="-275426"/>
            <a:ext cx="25363291" cy="1426685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Rectangle">
            <a:extLst>
              <a:ext uri="{FF2B5EF4-FFF2-40B4-BE49-F238E27FC236}">
                <a16:creationId xmlns:a16="http://schemas.microsoft.com/office/drawing/2014/main" id="{093FD1C3-44AC-3D4C-82FE-5188DFA38252}"/>
              </a:ext>
            </a:extLst>
          </p:cNvPr>
          <p:cNvSpPr/>
          <p:nvPr userDrawn="1"/>
        </p:nvSpPr>
        <p:spPr>
          <a:xfrm>
            <a:off x="-86877" y="-141090"/>
            <a:ext cx="11226773" cy="13877733"/>
          </a:xfrm>
          <a:prstGeom prst="rect">
            <a:avLst/>
          </a:prstGeom>
          <a:solidFill>
            <a:srgbClr val="C0562C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360952DE-1EDE-FA45-9CBE-C3C5E228D7D0}"/>
              </a:ext>
            </a:extLst>
          </p:cNvPr>
          <p:cNvSpPr/>
          <p:nvPr userDrawn="1"/>
        </p:nvSpPr>
        <p:spPr>
          <a:xfrm>
            <a:off x="1829275" y="5875139"/>
            <a:ext cx="53500" cy="21751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" name="Body Level One…">
            <a:extLst>
              <a:ext uri="{FF2B5EF4-FFF2-40B4-BE49-F238E27FC236}">
                <a16:creationId xmlns:a16="http://schemas.microsoft.com/office/drawing/2014/main" id="{F53E4305-273C-FD42-B3B8-8340570B52C2}"/>
              </a:ext>
            </a:extLst>
          </p:cNvPr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2100753" y="6993606"/>
            <a:ext cx="8441886" cy="67102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45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5pPr>
          </a:lstStyle>
          <a:p>
            <a:r>
              <a:rPr lang="en-US" dirty="0"/>
              <a:t>Sub Title Text</a:t>
            </a:r>
            <a:endParaRPr dirty="0"/>
          </a:p>
        </p:txBody>
      </p:sp>
      <p:sp>
        <p:nvSpPr>
          <p:cNvPr id="13" name="Body Level One…">
            <a:extLst>
              <a:ext uri="{FF2B5EF4-FFF2-40B4-BE49-F238E27FC236}">
                <a16:creationId xmlns:a16="http://schemas.microsoft.com/office/drawing/2014/main" id="{8A959918-FF6B-004D-BDF2-D5EEE7D9E20E}"/>
              </a:ext>
            </a:extLst>
          </p:cNvPr>
          <p:cNvSpPr txBox="1">
            <a:spLocks noGrp="1"/>
          </p:cNvSpPr>
          <p:nvPr>
            <p:ph type="body" sz="quarter" idx="33" hasCustomPrompt="1"/>
          </p:nvPr>
        </p:nvSpPr>
        <p:spPr>
          <a:xfrm>
            <a:off x="2100753" y="6205607"/>
            <a:ext cx="8441886" cy="7932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5000" b="1" i="0">
                <a:solidFill>
                  <a:schemeClr val="bg1"/>
                </a:solidFill>
                <a:latin typeface="Montserrat" pitchFamily="2" charset="77"/>
              </a:defRPr>
            </a:lvl1pPr>
            <a:lvl2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2pPr>
            <a:lvl3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3pPr>
            <a:lvl4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4pPr>
            <a:lvl5pPr marL="0" indent="0" algn="l">
              <a:spcBef>
                <a:spcPts val="0"/>
              </a:spcBef>
              <a:buSzTx/>
              <a:buNone/>
              <a:defRPr sz="4000" b="0" i="0">
                <a:latin typeface="Montserrat" pitchFamily="2" charset="77"/>
              </a:defRPr>
            </a:lvl5pPr>
          </a:lstStyle>
          <a:p>
            <a:r>
              <a:rPr lang="en-US" dirty="0"/>
              <a:t>Title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7714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7767834.jpg" descr="17767834.jpg">
            <a:extLst>
              <a:ext uri="{FF2B5EF4-FFF2-40B4-BE49-F238E27FC236}">
                <a16:creationId xmlns:a16="http://schemas.microsoft.com/office/drawing/2014/main" id="{42A38A56-123B-1543-A4F0-04753D99C5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 rot="22749" flipH="1">
            <a:off x="-666023" y="-275426"/>
            <a:ext cx="25363291" cy="14266852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2493004" y="7593933"/>
            <a:ext cx="7066435" cy="105254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5000" b="1" i="0">
                <a:solidFill>
                  <a:srgbClr val="C0562C"/>
                </a:solidFill>
                <a:latin typeface="Montserrat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pic>
        <p:nvPicPr>
          <p:cNvPr id="5" name="waves bg.jpg" descr="waves bg.jpg">
            <a:extLst>
              <a:ext uri="{FF2B5EF4-FFF2-40B4-BE49-F238E27FC236}">
                <a16:creationId xmlns:a16="http://schemas.microsoft.com/office/drawing/2014/main" id="{5A6D8C67-6A42-CB4B-9F93-07AA33B99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0271919" y="1146260"/>
            <a:ext cx="14434376" cy="11423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Apar-Logo.png" descr="Apar-Logo.png">
            <a:extLst>
              <a:ext uri="{FF2B5EF4-FFF2-40B4-BE49-F238E27FC236}">
                <a16:creationId xmlns:a16="http://schemas.microsoft.com/office/drawing/2014/main" id="{20AFB4A9-2E07-E94D-8379-8240FC579D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8306" y="5124594"/>
            <a:ext cx="7231133" cy="215407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>
            <a:extLst>
              <a:ext uri="{FF2B5EF4-FFF2-40B4-BE49-F238E27FC236}">
                <a16:creationId xmlns:a16="http://schemas.microsoft.com/office/drawing/2014/main" id="{C684750C-252F-6D49-A5B3-834A6A17FA93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377357" y="6188075"/>
            <a:ext cx="10223500" cy="133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8600" b="1" i="0">
                <a:solidFill>
                  <a:schemeClr val="bg1"/>
                </a:solidFill>
                <a:latin typeface="Montserrat ExtraBold" pitchFamily="2" charset="77"/>
              </a:defRPr>
            </a:lvl1pPr>
            <a:lvl2pPr marL="0" indent="0" algn="ctr">
              <a:spcBef>
                <a:spcPts val="0"/>
              </a:spcBef>
              <a:buSzTx/>
              <a:buNone/>
              <a:defRPr sz="8600" b="1" i="0">
                <a:latin typeface="Montserrat ExtraBold" pitchFamily="2" charset="77"/>
              </a:defRPr>
            </a:lvl2pPr>
            <a:lvl3pPr marL="0" indent="0" algn="ctr">
              <a:spcBef>
                <a:spcPts val="0"/>
              </a:spcBef>
              <a:buSzTx/>
              <a:buNone/>
              <a:defRPr sz="8600" b="1" i="0">
                <a:latin typeface="Montserrat ExtraBold" pitchFamily="2" charset="77"/>
              </a:defRPr>
            </a:lvl3pPr>
            <a:lvl4pPr marL="0" indent="0" algn="ctr">
              <a:spcBef>
                <a:spcPts val="0"/>
              </a:spcBef>
              <a:buSzTx/>
              <a:buNone/>
              <a:defRPr sz="8600" b="1" i="0">
                <a:latin typeface="Montserrat ExtraBold" pitchFamily="2" charset="77"/>
              </a:defRPr>
            </a:lvl4pPr>
            <a:lvl5pPr marL="0" indent="0" algn="ctr">
              <a:spcBef>
                <a:spcPts val="0"/>
              </a:spcBef>
              <a:buSzTx/>
              <a:buNone/>
              <a:defRPr sz="8600" b="1" i="0">
                <a:latin typeface="Montserrat ExtraBold" pitchFamily="2" charset="77"/>
              </a:defRPr>
            </a:lvl5pPr>
          </a:lstStyle>
          <a:p>
            <a:r>
              <a:rPr lang="en-US" dirty="0"/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_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21"/>
          </p:nvPr>
        </p:nvSpPr>
        <p:spPr>
          <a:xfrm>
            <a:off x="13165979" y="952500"/>
            <a:ext cx="9525003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33259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1025768" indent="-390768" algn="ctr">
              <a:spcBef>
                <a:spcPts val="0"/>
              </a:spcBef>
              <a:defRPr sz="3200"/>
            </a:lvl2pPr>
            <a:lvl3pPr marL="1660768" indent="-390768" algn="ctr">
              <a:spcBef>
                <a:spcPts val="0"/>
              </a:spcBef>
              <a:defRPr sz="3200"/>
            </a:lvl3pPr>
            <a:lvl4pPr marL="2295768" indent="-390768" algn="ctr">
              <a:spcBef>
                <a:spcPts val="0"/>
              </a:spcBef>
              <a:defRPr sz="3200"/>
            </a:lvl4pPr>
            <a:lvl5pPr marL="2930768" indent="-390768" algn="ctr">
              <a:spcBef>
                <a:spcPts val="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1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/>
          <a:lstStyle/>
          <a:p>
            <a:pPr marL="622300" indent="-622300" defTabSz="808990">
              <a:spcBef>
                <a:spcPts val="5700"/>
              </a:spcBef>
              <a:defRPr sz="4704"/>
            </a:pPr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bout u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icture Placeholder 5"/>
          <p:cNvSpPr>
            <a:spLocks noGrp="1"/>
          </p:cNvSpPr>
          <p:nvPr>
            <p:ph type="pic" idx="21"/>
          </p:nvPr>
        </p:nvSpPr>
        <p:spPr>
          <a:xfrm>
            <a:off x="0" y="0"/>
            <a:ext cx="24383999" cy="89988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8"/>
          <p:cNvGrpSpPr/>
          <p:nvPr/>
        </p:nvGrpSpPr>
        <p:grpSpPr>
          <a:xfrm>
            <a:off x="-1" y="0"/>
            <a:ext cx="16042475" cy="13716000"/>
            <a:chOff x="0" y="0"/>
            <a:chExt cx="16042474" cy="13716000"/>
          </a:xfrm>
        </p:grpSpPr>
        <p:sp>
          <p:nvSpPr>
            <p:cNvPr id="125" name="Freeform: Shape 9"/>
            <p:cNvSpPr/>
            <p:nvPr/>
          </p:nvSpPr>
          <p:spPr>
            <a:xfrm flipH="1">
              <a:off x="0" y="0"/>
              <a:ext cx="16042474" cy="1371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4" y="0"/>
                  </a:moveTo>
                  <a:lnTo>
                    <a:pt x="21600" y="0"/>
                  </a:lnTo>
                  <a:lnTo>
                    <a:pt x="21600" y="2330"/>
                  </a:lnTo>
                  <a:lnTo>
                    <a:pt x="13888" y="21600"/>
                  </a:ln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31000">
                  <a:srgbClr val="FFFFFF"/>
                </a:gs>
                <a:gs pos="64000">
                  <a:srgbClr val="F3F8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6" name="Freeform: Shape 10"/>
            <p:cNvSpPr/>
            <p:nvPr/>
          </p:nvSpPr>
          <p:spPr>
            <a:xfrm flipH="1">
              <a:off x="-1" y="0"/>
              <a:ext cx="10390982" cy="1371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345" y="0"/>
                  </a:moveTo>
                  <a:lnTo>
                    <a:pt x="21600" y="0"/>
                  </a:lnTo>
                  <a:lnTo>
                    <a:pt x="21600" y="21345"/>
                  </a:lnTo>
                  <a:lnTo>
                    <a:pt x="21442" y="21600"/>
                  </a:ln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31000">
                  <a:srgbClr val="FFFFFF"/>
                </a:gs>
                <a:gs pos="64000">
                  <a:srgbClr val="F3F8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800"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8" name="Picture Placeholder 7"/>
          <p:cNvSpPr>
            <a:spLocks noGrp="1"/>
          </p:cNvSpPr>
          <p:nvPr>
            <p:ph type="pic" sz="half" idx="21"/>
          </p:nvPr>
        </p:nvSpPr>
        <p:spPr>
          <a:xfrm>
            <a:off x="15697201" y="0"/>
            <a:ext cx="8686797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9" name="Rectangle 11"/>
          <p:cNvSpPr/>
          <p:nvPr/>
        </p:nvSpPr>
        <p:spPr>
          <a:xfrm>
            <a:off x="10099899" y="0"/>
            <a:ext cx="5748133" cy="13716000"/>
          </a:xfrm>
          <a:prstGeom prst="rect">
            <a:avLst/>
          </a:prstGeom>
          <a:gradFill>
            <a:gsLst>
              <a:gs pos="0">
                <a:srgbClr val="F36F21"/>
              </a:gs>
              <a:gs pos="100000">
                <a:srgbClr val="E65F0C"/>
              </a:gs>
            </a:gsLst>
            <a:lin ang="2700000"/>
          </a:gradFill>
          <a:ln w="12700">
            <a:miter lim="400000"/>
          </a:ln>
        </p:spPr>
        <p:txBody>
          <a:bodyPr tIns="91439" bIns="91439" anchor="ctr"/>
          <a:lstStyle/>
          <a:p>
            <a:pPr algn="l" defTabSz="1828800"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47059" y="679019"/>
            <a:ext cx="23146395" cy="144849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10800">
                <a:solidFill>
                  <a:srgbClr val="262626"/>
                </a:solidFill>
              </a:defRPr>
            </a:lvl1pPr>
            <a:lvl2pPr marL="2063750" indent="-1428750" algn="ctr">
              <a:defRPr sz="10800">
                <a:solidFill>
                  <a:srgbClr val="262626"/>
                </a:solidFill>
              </a:defRPr>
            </a:lvl2pPr>
            <a:lvl3pPr marL="2698750" indent="-1428750" algn="ctr">
              <a:defRPr sz="10800">
                <a:solidFill>
                  <a:srgbClr val="262626"/>
                </a:solidFill>
              </a:defRPr>
            </a:lvl3pPr>
            <a:lvl4pPr marL="3333750" indent="-1428750" algn="ctr">
              <a:defRPr sz="10800">
                <a:solidFill>
                  <a:srgbClr val="262626"/>
                </a:solidFill>
              </a:defRPr>
            </a:lvl4pPr>
            <a:lvl5pPr marL="3968750" indent="-1428750" algn="ctr">
              <a:defRPr sz="10800">
                <a:solidFill>
                  <a:srgbClr val="26262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630400" y="12712700"/>
            <a:ext cx="5689600" cy="736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57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9" r:id="rId4"/>
    <p:sldLayoutId id="2147483670" r:id="rId5"/>
    <p:sldLayoutId id="2147483667" r:id="rId6"/>
    <p:sldLayoutId id="2147483672" r:id="rId7"/>
    <p:sldLayoutId id="2147483668" r:id="rId8"/>
    <p:sldLayoutId id="2147483651" r:id="rId9"/>
    <p:sldLayoutId id="2147483671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1" r:id="rId18"/>
    <p:sldLayoutId id="2147483662" r:id="rId19"/>
    <p:sldLayoutId id="2147483663" r:id="rId20"/>
    <p:sldLayoutId id="2147483664" r:id="rId2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3761152" marR="0" indent="-586152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4396152" marR="0" indent="-586152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5031152" marR="0" indent="-586152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5666152" marR="0" indent="-586152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arget-dart-aim-success-goal-1414775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"/>
          <p:cNvSpPr/>
          <p:nvPr/>
        </p:nvSpPr>
        <p:spPr>
          <a:xfrm>
            <a:off x="-394273" y="-129985"/>
            <a:ext cx="7228476" cy="1488383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dirty="0"/>
          </a:p>
        </p:txBody>
      </p:sp>
      <p:pic>
        <p:nvPicPr>
          <p:cNvPr id="157" name="hand-holding-creativity-illustration-electronic-circuit-brain-inside-lightbulb-it-is-artificial-intelligence-ai-technology-concept.jpg" descr="hand-holding-creativity-illustration-electronic-circuit-brain-inside-lightbulb-it-is-artificial-intelligence-ai-technology-concept.jp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8204" y="-129986"/>
            <a:ext cx="20025796" cy="1488383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Rectangle"/>
          <p:cNvSpPr/>
          <p:nvPr/>
        </p:nvSpPr>
        <p:spPr>
          <a:xfrm>
            <a:off x="-334622" y="1247266"/>
            <a:ext cx="14260006" cy="911758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dirty="0"/>
          </a:p>
        </p:txBody>
      </p:sp>
      <p:sp>
        <p:nvSpPr>
          <p:cNvPr id="159" name="Accelerate Agility"/>
          <p:cNvSpPr txBox="1">
            <a:spLocks noGrp="1"/>
          </p:cNvSpPr>
          <p:nvPr>
            <p:ph type="ctrTitle"/>
          </p:nvPr>
        </p:nvSpPr>
        <p:spPr>
          <a:xfrm>
            <a:off x="1032586" y="4743677"/>
            <a:ext cx="12158821" cy="192975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457200">
              <a:lnSpc>
                <a:spcPct val="70000"/>
              </a:lnSpc>
              <a:defRPr sz="12100" cap="all" spc="-300">
                <a:solidFill>
                  <a:srgbClr val="E36926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IN" sz="6000" dirty="0">
                <a:latin typeface="Roboto"/>
              </a:rPr>
              <a:t>Generative AI</a:t>
            </a:r>
            <a:endParaRPr sz="6000" dirty="0">
              <a:latin typeface="Roboto"/>
            </a:endParaRPr>
          </a:p>
        </p:txBody>
      </p:sp>
      <p:sp>
        <p:nvSpPr>
          <p:cNvPr id="161" name="Technology Convergence Driving Digital Transformation"/>
          <p:cNvSpPr txBox="1"/>
          <p:nvPr/>
        </p:nvSpPr>
        <p:spPr>
          <a:xfrm>
            <a:off x="906608" y="6650709"/>
            <a:ext cx="12331420" cy="90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5500" i="1" spc="-110"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5200" spc="-104" dirty="0"/>
              <a:t>Overview, Use Cases and Demo</a:t>
            </a:r>
            <a:endParaRPr sz="5200" spc="-104" dirty="0"/>
          </a:p>
        </p:txBody>
      </p:sp>
      <p:pic>
        <p:nvPicPr>
          <p:cNvPr id="162" name="Apar-Logo.png" descr="Apa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34" y="2210875"/>
            <a:ext cx="6092305" cy="1814832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Rectangle"/>
          <p:cNvSpPr/>
          <p:nvPr/>
        </p:nvSpPr>
        <p:spPr>
          <a:xfrm>
            <a:off x="-340969" y="10371115"/>
            <a:ext cx="14272698" cy="91334"/>
          </a:xfrm>
          <a:prstGeom prst="rect">
            <a:avLst/>
          </a:prstGeom>
          <a:solidFill>
            <a:srgbClr val="C0562C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dirty="0"/>
          </a:p>
        </p:txBody>
      </p:sp>
      <p:sp>
        <p:nvSpPr>
          <p:cNvPr id="4" name="Technology Convergence Driving Digital Transformation">
            <a:extLst>
              <a:ext uri="{FF2B5EF4-FFF2-40B4-BE49-F238E27FC236}">
                <a16:creationId xmlns:a16="http://schemas.microsoft.com/office/drawing/2014/main" id="{9BD43321-E071-AE49-EB6D-FD0CF47B3FB5}"/>
              </a:ext>
            </a:extLst>
          </p:cNvPr>
          <p:cNvSpPr txBox="1"/>
          <p:nvPr/>
        </p:nvSpPr>
        <p:spPr>
          <a:xfrm>
            <a:off x="859987" y="8213799"/>
            <a:ext cx="12331420" cy="625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5500" i="1" spc="-110"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3400" spc="-104" dirty="0"/>
              <a:t>May 2024</a:t>
            </a:r>
            <a:endParaRPr sz="3400" spc="-104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7B1BDC1-BE9F-C12F-B1DB-6997F239CCFA}"/>
              </a:ext>
            </a:extLst>
          </p:cNvPr>
          <p:cNvSpPr/>
          <p:nvPr/>
        </p:nvSpPr>
        <p:spPr>
          <a:xfrm rot="18900000" flipV="1">
            <a:off x="18987684" y="5200428"/>
            <a:ext cx="1244718" cy="1110520"/>
          </a:xfrm>
          <a:custGeom>
            <a:avLst/>
            <a:gdLst>
              <a:gd name="connsiteX0" fmla="*/ 0 w 476251"/>
              <a:gd name="connsiteY0" fmla="*/ 0 h 268377"/>
              <a:gd name="connsiteX1" fmla="*/ 2728 w 476251"/>
              <a:gd name="connsiteY1" fmla="*/ 0 h 268377"/>
              <a:gd name="connsiteX2" fmla="*/ 48507 w 476251"/>
              <a:gd name="connsiteY2" fmla="*/ 37799 h 268377"/>
              <a:gd name="connsiteX3" fmla="*/ 238125 w 476251"/>
              <a:gd name="connsiteY3" fmla="*/ 95761 h 268377"/>
              <a:gd name="connsiteX4" fmla="*/ 427743 w 476251"/>
              <a:gd name="connsiteY4" fmla="*/ 37799 h 268377"/>
              <a:gd name="connsiteX5" fmla="*/ 473522 w 476251"/>
              <a:gd name="connsiteY5" fmla="*/ 0 h 268377"/>
              <a:gd name="connsiteX6" fmla="*/ 476251 w 476251"/>
              <a:gd name="connsiteY6" fmla="*/ 0 h 268377"/>
              <a:gd name="connsiteX7" fmla="*/ 476251 w 476251"/>
              <a:gd name="connsiteY7" fmla="*/ 268377 h 268377"/>
              <a:gd name="connsiteX8" fmla="*/ 473521 w 476251"/>
              <a:gd name="connsiteY8" fmla="*/ 268377 h 268377"/>
              <a:gd name="connsiteX9" fmla="*/ 427743 w 476251"/>
              <a:gd name="connsiteY9" fmla="*/ 230580 h 268377"/>
              <a:gd name="connsiteX10" fmla="*/ 238125 w 476251"/>
              <a:gd name="connsiteY10" fmla="*/ 172617 h 268377"/>
              <a:gd name="connsiteX11" fmla="*/ 48507 w 476251"/>
              <a:gd name="connsiteY11" fmla="*/ 230580 h 268377"/>
              <a:gd name="connsiteX12" fmla="*/ 2729 w 476251"/>
              <a:gd name="connsiteY12" fmla="*/ 268377 h 268377"/>
              <a:gd name="connsiteX13" fmla="*/ 0 w 476251"/>
              <a:gd name="connsiteY13" fmla="*/ 268377 h 268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6251" h="268377">
                <a:moveTo>
                  <a:pt x="0" y="0"/>
                </a:moveTo>
                <a:lnTo>
                  <a:pt x="2728" y="0"/>
                </a:lnTo>
                <a:lnTo>
                  <a:pt x="48507" y="37799"/>
                </a:lnTo>
                <a:cubicBezTo>
                  <a:pt x="102634" y="74393"/>
                  <a:pt x="167886" y="95761"/>
                  <a:pt x="238125" y="95761"/>
                </a:cubicBezTo>
                <a:cubicBezTo>
                  <a:pt x="308364" y="95761"/>
                  <a:pt x="373616" y="74393"/>
                  <a:pt x="427743" y="37799"/>
                </a:cubicBezTo>
                <a:lnTo>
                  <a:pt x="473522" y="0"/>
                </a:lnTo>
                <a:lnTo>
                  <a:pt x="476251" y="0"/>
                </a:lnTo>
                <a:lnTo>
                  <a:pt x="476251" y="268377"/>
                </a:lnTo>
                <a:lnTo>
                  <a:pt x="473521" y="268377"/>
                </a:lnTo>
                <a:lnTo>
                  <a:pt x="427743" y="230580"/>
                </a:lnTo>
                <a:cubicBezTo>
                  <a:pt x="373616" y="193985"/>
                  <a:pt x="308364" y="172617"/>
                  <a:pt x="238125" y="172617"/>
                </a:cubicBezTo>
                <a:cubicBezTo>
                  <a:pt x="167886" y="172617"/>
                  <a:pt x="102634" y="193985"/>
                  <a:pt x="48507" y="230580"/>
                </a:cubicBezTo>
                <a:lnTo>
                  <a:pt x="2729" y="268377"/>
                </a:lnTo>
                <a:lnTo>
                  <a:pt x="0" y="268377"/>
                </a:lnTo>
                <a:close/>
              </a:path>
            </a:pathLst>
          </a:custGeom>
          <a:solidFill>
            <a:schemeClr val="accent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defTabSz="914400" hangingPunct="1">
              <a:defRPr/>
            </a:pPr>
            <a:endParaRPr lang="en-ID" sz="36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EA8DA-1FF0-1F43-9F2B-395BA5B8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310DF1-32DB-7DA7-D9D4-9CAD5CEC541B}"/>
              </a:ext>
            </a:extLst>
          </p:cNvPr>
          <p:cNvGrpSpPr/>
          <p:nvPr/>
        </p:nvGrpSpPr>
        <p:grpSpPr>
          <a:xfrm>
            <a:off x="2238467" y="2943483"/>
            <a:ext cx="17836813" cy="9000863"/>
            <a:chOff x="1573086" y="1661610"/>
            <a:chExt cx="9060477" cy="474035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8CD38A8-CCF4-E3B4-54B0-330DDD17C1BC}"/>
                </a:ext>
              </a:extLst>
            </p:cNvPr>
            <p:cNvCxnSpPr>
              <a:cxnSpLocks/>
            </p:cNvCxnSpPr>
            <p:nvPr/>
          </p:nvCxnSpPr>
          <p:spPr>
            <a:xfrm>
              <a:off x="2502743" y="3026665"/>
              <a:ext cx="0" cy="1621219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4FEEE31-1A3E-B67C-FBB8-31E2776D893B}"/>
                </a:ext>
              </a:extLst>
            </p:cNvPr>
            <p:cNvCxnSpPr>
              <a:cxnSpLocks/>
            </p:cNvCxnSpPr>
            <p:nvPr/>
          </p:nvCxnSpPr>
          <p:spPr>
            <a:xfrm>
              <a:off x="3938257" y="4515317"/>
              <a:ext cx="0" cy="681074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192225E-D71C-E9B3-99BB-DC114543BB70}"/>
                </a:ext>
              </a:extLst>
            </p:cNvPr>
            <p:cNvCxnSpPr>
              <a:cxnSpLocks/>
            </p:cNvCxnSpPr>
            <p:nvPr/>
          </p:nvCxnSpPr>
          <p:spPr>
            <a:xfrm>
              <a:off x="5339266" y="3026665"/>
              <a:ext cx="0" cy="1621219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31BEF62-78CB-F8B4-F178-5FD4F73F9F04}"/>
                </a:ext>
              </a:extLst>
            </p:cNvPr>
            <p:cNvCxnSpPr>
              <a:cxnSpLocks/>
            </p:cNvCxnSpPr>
            <p:nvPr/>
          </p:nvCxnSpPr>
          <p:spPr>
            <a:xfrm>
              <a:off x="6799716" y="4515317"/>
              <a:ext cx="0" cy="681074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08973E2-5594-8046-B44A-BED25A8B3B81}"/>
                </a:ext>
              </a:extLst>
            </p:cNvPr>
            <p:cNvCxnSpPr>
              <a:cxnSpLocks/>
            </p:cNvCxnSpPr>
            <p:nvPr/>
          </p:nvCxnSpPr>
          <p:spPr>
            <a:xfrm>
              <a:off x="8230358" y="3026665"/>
              <a:ext cx="0" cy="1621219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536883E-F198-A842-F705-405B5823E806}"/>
                </a:ext>
              </a:extLst>
            </p:cNvPr>
            <p:cNvCxnSpPr>
              <a:cxnSpLocks/>
            </p:cNvCxnSpPr>
            <p:nvPr/>
          </p:nvCxnSpPr>
          <p:spPr>
            <a:xfrm>
              <a:off x="9689257" y="4515317"/>
              <a:ext cx="0" cy="681074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DB29045-C0A6-540A-7F1E-A1D5448821FF}"/>
                </a:ext>
              </a:extLst>
            </p:cNvPr>
            <p:cNvSpPr/>
            <p:nvPr/>
          </p:nvSpPr>
          <p:spPr>
            <a:xfrm rot="2700000">
              <a:off x="8560941" y="2832013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 dirty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0A116E2-7C11-2902-716E-8A6691A1F198}"/>
                </a:ext>
              </a:extLst>
            </p:cNvPr>
            <p:cNvSpPr/>
            <p:nvPr/>
          </p:nvSpPr>
          <p:spPr>
            <a:xfrm flipH="1">
              <a:off x="8984778" y="3105335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FED825F-55FD-0A87-CDE6-FE1529633031}"/>
                </a:ext>
              </a:extLst>
            </p:cNvPr>
            <p:cNvSpPr/>
            <p:nvPr/>
          </p:nvSpPr>
          <p:spPr>
            <a:xfrm>
              <a:off x="9185175" y="3296504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ID" sz="2100" b="1" dirty="0">
                <a:latin typeface="Georgia" panose="02040502050405020303" pitchFamily="18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98A49A-6DA6-A630-E25B-F5E62C29CDEB}"/>
                </a:ext>
              </a:extLst>
            </p:cNvPr>
            <p:cNvSpPr/>
            <p:nvPr/>
          </p:nvSpPr>
          <p:spPr>
            <a:xfrm rot="18900000" flipV="1">
              <a:off x="7126168" y="2812387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255AC09-C496-7C84-5C74-3DC91D9DABDB}"/>
                </a:ext>
              </a:extLst>
            </p:cNvPr>
            <p:cNvSpPr/>
            <p:nvPr/>
          </p:nvSpPr>
          <p:spPr>
            <a:xfrm flipH="1" flipV="1">
              <a:off x="7525878" y="1661610"/>
              <a:ext cx="1408960" cy="1409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3D543D-28F6-8F58-072D-2F35854F339A}"/>
                </a:ext>
              </a:extLst>
            </p:cNvPr>
            <p:cNvSpPr/>
            <p:nvPr/>
          </p:nvSpPr>
          <p:spPr>
            <a:xfrm rot="2700000">
              <a:off x="5657818" y="2812387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D9F6401-41A8-FDE5-596C-B9F6B1FBE29D}"/>
                </a:ext>
              </a:extLst>
            </p:cNvPr>
            <p:cNvSpPr/>
            <p:nvPr/>
          </p:nvSpPr>
          <p:spPr>
            <a:xfrm flipH="1">
              <a:off x="6095237" y="3105335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2B957A-408F-1924-C656-ED0BFB2F534F}"/>
                </a:ext>
              </a:extLst>
            </p:cNvPr>
            <p:cNvSpPr/>
            <p:nvPr/>
          </p:nvSpPr>
          <p:spPr>
            <a:xfrm rot="18900000" flipV="1">
              <a:off x="4214621" y="2812387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818F47-3AD7-56C0-00A7-3FECC5063FE4}"/>
                </a:ext>
              </a:extLst>
            </p:cNvPr>
            <p:cNvSpPr/>
            <p:nvPr/>
          </p:nvSpPr>
          <p:spPr>
            <a:xfrm flipH="1" flipV="1">
              <a:off x="4634786" y="1661610"/>
              <a:ext cx="1408960" cy="1409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F748BC-DDB8-E451-730E-8D70A8457321}"/>
                </a:ext>
              </a:extLst>
            </p:cNvPr>
            <p:cNvSpPr/>
            <p:nvPr/>
          </p:nvSpPr>
          <p:spPr>
            <a:xfrm rot="2700000">
              <a:off x="2809941" y="2832013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2E03D9-32D8-7ED5-2219-08D1EFC68FFD}"/>
                </a:ext>
              </a:extLst>
            </p:cNvPr>
            <p:cNvSpPr/>
            <p:nvPr/>
          </p:nvSpPr>
          <p:spPr>
            <a:xfrm>
              <a:off x="1798264" y="1661611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 dirty="0">
                <a:latin typeface="Imago" pitchFamily="2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6023391-DCF3-6EB9-87CD-F697B8662129}"/>
                </a:ext>
              </a:extLst>
            </p:cNvPr>
            <p:cNvSpPr/>
            <p:nvPr/>
          </p:nvSpPr>
          <p:spPr>
            <a:xfrm flipH="1">
              <a:off x="3233778" y="3105335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 dirty="0">
                <a:latin typeface="Imago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92D3B66-6644-49B7-C4A8-ED6DE89270E7}"/>
                </a:ext>
              </a:extLst>
            </p:cNvPr>
            <p:cNvSpPr/>
            <p:nvPr/>
          </p:nvSpPr>
          <p:spPr>
            <a:xfrm>
              <a:off x="1989294" y="1852780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ID" sz="24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4FF6283-B2B7-8B98-5909-AC9C2CDBA15E}"/>
                </a:ext>
              </a:extLst>
            </p:cNvPr>
            <p:cNvSpPr/>
            <p:nvPr/>
          </p:nvSpPr>
          <p:spPr>
            <a:xfrm>
              <a:off x="4825817" y="1852780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ID" sz="24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6A819FC-8F72-7D60-7CCF-CFAEEA1DFD0A}"/>
                </a:ext>
              </a:extLst>
            </p:cNvPr>
            <p:cNvSpPr/>
            <p:nvPr/>
          </p:nvSpPr>
          <p:spPr>
            <a:xfrm>
              <a:off x="7716909" y="1852780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2400" b="1" dirty="0">
                <a:latin typeface="Georgia" panose="02040502050405020303" pitchFamily="18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07466B-B015-62E7-78E0-00B82A1432DD}"/>
                </a:ext>
              </a:extLst>
            </p:cNvPr>
            <p:cNvSpPr/>
            <p:nvPr/>
          </p:nvSpPr>
          <p:spPr>
            <a:xfrm>
              <a:off x="3424808" y="3296504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ID" sz="24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79ECD7-5CBF-7E27-DF6A-9E877931A935}"/>
                </a:ext>
              </a:extLst>
            </p:cNvPr>
            <p:cNvSpPr/>
            <p:nvPr/>
          </p:nvSpPr>
          <p:spPr>
            <a:xfrm>
              <a:off x="6278142" y="3317442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2400" b="1" dirty="0">
                <a:latin typeface="Georgia" panose="02040502050405020303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22F9090-1C40-DDC7-C605-3C4EFD5F7AC9}"/>
                </a:ext>
              </a:extLst>
            </p:cNvPr>
            <p:cNvSpPr txBox="1"/>
            <p:nvPr/>
          </p:nvSpPr>
          <p:spPr>
            <a:xfrm>
              <a:off x="2415128" y="2181936"/>
              <a:ext cx="175231" cy="30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1</a:t>
              </a:r>
              <a:endParaRPr lang="en-IN" sz="3200" b="1" dirty="0">
                <a:solidFill>
                  <a:srgbClr val="2A3353"/>
                </a:solidFill>
                <a:latin typeface="Montserrat" pitchFamily="2" charset="7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427E411-7FCF-5693-639D-198FC510C323}"/>
                </a:ext>
              </a:extLst>
            </p:cNvPr>
            <p:cNvSpPr txBox="1"/>
            <p:nvPr/>
          </p:nvSpPr>
          <p:spPr>
            <a:xfrm>
              <a:off x="3829878" y="3625660"/>
              <a:ext cx="216758" cy="30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2</a:t>
              </a:r>
              <a:endParaRPr lang="en-IN" sz="3200" b="1" dirty="0">
                <a:solidFill>
                  <a:srgbClr val="2A3353"/>
                </a:solidFill>
                <a:latin typeface="Montserrat" pitchFamily="2" charset="7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301794A-6227-8690-0DAA-BCCCD18E443D}"/>
                </a:ext>
              </a:extLst>
            </p:cNvPr>
            <p:cNvSpPr txBox="1"/>
            <p:nvPr/>
          </p:nvSpPr>
          <p:spPr>
            <a:xfrm>
              <a:off x="5230480" y="2181936"/>
              <a:ext cx="217573" cy="30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3</a:t>
              </a:r>
              <a:endParaRPr lang="en-IN" sz="3200" b="1" dirty="0">
                <a:solidFill>
                  <a:srgbClr val="2A3353"/>
                </a:solidFill>
                <a:latin typeface="Montserrat" pitchFamily="2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EF924E-96F8-23B8-E0EE-4F84962CDDB9}"/>
                </a:ext>
              </a:extLst>
            </p:cNvPr>
            <p:cNvSpPr txBox="1"/>
            <p:nvPr/>
          </p:nvSpPr>
          <p:spPr>
            <a:xfrm>
              <a:off x="6683704" y="3625660"/>
              <a:ext cx="296557" cy="340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4</a:t>
              </a:r>
              <a:r>
                <a:rPr lang="en-ID" sz="36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338B3E-C17B-B4A7-0E10-4C2AA963AF6C}"/>
                </a:ext>
              </a:extLst>
            </p:cNvPr>
            <p:cNvSpPr txBox="1"/>
            <p:nvPr/>
          </p:nvSpPr>
          <p:spPr>
            <a:xfrm>
              <a:off x="8091851" y="2181936"/>
              <a:ext cx="277015" cy="340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5</a:t>
              </a:r>
              <a:r>
                <a:rPr lang="en-ID" sz="36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83851C-F62A-896E-0182-2DEA0EC29C7E}"/>
                </a:ext>
              </a:extLst>
            </p:cNvPr>
            <p:cNvSpPr txBox="1"/>
            <p:nvPr/>
          </p:nvSpPr>
          <p:spPr>
            <a:xfrm>
              <a:off x="9555639" y="3625660"/>
              <a:ext cx="285972" cy="340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6</a:t>
              </a:r>
              <a:r>
                <a:rPr lang="en-ID" sz="3600" b="1" dirty="0">
                  <a:latin typeface="Georgia" panose="02040502050405020303" pitchFamily="18" charset="0"/>
                </a:rPr>
                <a:t> 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6A2D37-0CF2-9349-193A-639C547DAE9F}"/>
                </a:ext>
              </a:extLst>
            </p:cNvPr>
            <p:cNvGrpSpPr/>
            <p:nvPr/>
          </p:nvGrpSpPr>
          <p:grpSpPr>
            <a:xfrm>
              <a:off x="1573086" y="5011221"/>
              <a:ext cx="1869879" cy="536650"/>
              <a:chOff x="1486917" y="3584150"/>
              <a:chExt cx="1869879" cy="536650"/>
            </a:xfrm>
          </p:grpSpPr>
          <p:sp>
            <p:nvSpPr>
              <p:cNvPr id="51" name="Google Shape;1094;p45">
                <a:extLst>
                  <a:ext uri="{FF2B5EF4-FFF2-40B4-BE49-F238E27FC236}">
                    <a16:creationId xmlns:a16="http://schemas.microsoft.com/office/drawing/2014/main" id="{F1FDB447-AE37-5366-ACC9-573DE7F2B65B}"/>
                  </a:ext>
                </a:extLst>
              </p:cNvPr>
              <p:cNvSpPr txBox="1"/>
              <p:nvPr/>
            </p:nvSpPr>
            <p:spPr>
              <a:xfrm>
                <a:off x="1525547" y="3584150"/>
                <a:ext cx="1792619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GB" sz="3400" b="1" dirty="0">
                    <a:solidFill>
                      <a:srgbClr val="2A3353"/>
                    </a:solidFill>
                    <a:latin typeface="Montserrat" pitchFamily="2" charset="77"/>
                  </a:rPr>
                  <a:t>Generative AI Initiative Goal</a:t>
                </a:r>
                <a:endParaRPr lang="en-US" sz="3400" b="1" dirty="0">
                  <a:solidFill>
                    <a:srgbClr val="2A3353"/>
                  </a:solidFill>
                  <a:latin typeface="Montserrat" pitchFamily="2" charset="77"/>
                </a:endParaRPr>
              </a:p>
              <a:p>
                <a:r>
                  <a:rPr lang="en-US" sz="3400" b="1" dirty="0">
                    <a:solidFill>
                      <a:srgbClr val="2A3353"/>
                    </a:solidFill>
                    <a:latin typeface="Montserrat" pitchFamily="2" charset="77"/>
                    <a:sym typeface="Fira Sans Extra Condensed SemiBold"/>
                  </a:rPr>
                  <a:t> 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80F2810-5630-5ADB-EFD1-10397513ED0D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F6B229F-3B04-9862-1A5B-184CE6DC65C0}"/>
                </a:ext>
              </a:extLst>
            </p:cNvPr>
            <p:cNvGrpSpPr/>
            <p:nvPr/>
          </p:nvGrpSpPr>
          <p:grpSpPr>
            <a:xfrm>
              <a:off x="3003317" y="5654981"/>
              <a:ext cx="1869879" cy="746980"/>
              <a:chOff x="1486917" y="3373820"/>
              <a:chExt cx="1869879" cy="746980"/>
            </a:xfrm>
          </p:grpSpPr>
          <p:sp>
            <p:nvSpPr>
              <p:cNvPr id="49" name="Google Shape;1094;p45">
                <a:extLst>
                  <a:ext uri="{FF2B5EF4-FFF2-40B4-BE49-F238E27FC236}">
                    <a16:creationId xmlns:a16="http://schemas.microsoft.com/office/drawing/2014/main" id="{ED825BA7-03F3-5A22-6C09-8747713DC0B4}"/>
                  </a:ext>
                </a:extLst>
              </p:cNvPr>
              <p:cNvSpPr txBox="1"/>
              <p:nvPr/>
            </p:nvSpPr>
            <p:spPr>
              <a:xfrm>
                <a:off x="1681104" y="3373820"/>
                <a:ext cx="1628313" cy="519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/>
                <a:r>
                  <a:rPr lang="en-US" sz="3400" b="1" dirty="0">
                    <a:solidFill>
                      <a:srgbClr val="2A3353"/>
                    </a:solidFill>
                    <a:latin typeface="Montserrat" pitchFamily="2" charset="77"/>
                  </a:rPr>
                  <a:t>Generative AI Overview </a:t>
                </a:r>
              </a:p>
              <a:p>
                <a:r>
                  <a:rPr lang="en-US" sz="3400" b="1" dirty="0">
                    <a:solidFill>
                      <a:srgbClr val="2A3353"/>
                    </a:solidFill>
                    <a:latin typeface="Montserrat" pitchFamily="2" charset="77"/>
                    <a:sym typeface="Fira Sans Extra Condensed SemiBold"/>
                  </a:rPr>
                  <a:t>  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6C0C6CC-DF64-B62D-68CE-98F16615C570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sp>
          <p:nvSpPr>
            <p:cNvPr id="47" name="Google Shape;1094;p45">
              <a:extLst>
                <a:ext uri="{FF2B5EF4-FFF2-40B4-BE49-F238E27FC236}">
                  <a16:creationId xmlns:a16="http://schemas.microsoft.com/office/drawing/2014/main" id="{DEE83295-1C99-3D52-C984-FCCD93A84402}"/>
                </a:ext>
              </a:extLst>
            </p:cNvPr>
            <p:cNvSpPr txBox="1"/>
            <p:nvPr/>
          </p:nvSpPr>
          <p:spPr>
            <a:xfrm>
              <a:off x="4710983" y="4643947"/>
              <a:ext cx="1362571" cy="949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 defTabSz="457200">
                <a:lnSpc>
                  <a:spcPct val="200000"/>
                </a:lnSpc>
                <a:defRPr sz="3200" b="1">
                  <a:solidFill>
                    <a:srgbClr val="2A3353"/>
                  </a:solidFill>
                  <a:latin typeface="Montserrat" pitchFamily="2" charset="77"/>
                </a:defRPr>
              </a:lvl1pPr>
            </a:lstStyle>
            <a:p>
              <a:pPr algn="ctr" defTabSz="825500">
                <a:lnSpc>
                  <a:spcPct val="100000"/>
                </a:lnSpc>
              </a:pPr>
              <a:r>
                <a:rPr lang="en-US" sz="3400" dirty="0"/>
                <a:t>Solution</a:t>
              </a:r>
            </a:p>
            <a:p>
              <a:pPr algn="ctr" defTabSz="825500">
                <a:lnSpc>
                  <a:spcPct val="100000"/>
                </a:lnSpc>
              </a:pPr>
              <a:r>
                <a:rPr lang="en-US" sz="3400" dirty="0"/>
                <a:t>Approach 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8E37BB5-614C-3C7F-9A55-72C2DB63A9F2}"/>
                </a:ext>
              </a:extLst>
            </p:cNvPr>
            <p:cNvGrpSpPr/>
            <p:nvPr/>
          </p:nvGrpSpPr>
          <p:grpSpPr>
            <a:xfrm>
              <a:off x="7295418" y="5223890"/>
              <a:ext cx="2093771" cy="355615"/>
              <a:chOff x="1486917" y="3796819"/>
              <a:chExt cx="2093771" cy="355615"/>
            </a:xfrm>
          </p:grpSpPr>
          <p:sp>
            <p:nvSpPr>
              <p:cNvPr id="45" name="Google Shape;1094;p45">
                <a:extLst>
                  <a:ext uri="{FF2B5EF4-FFF2-40B4-BE49-F238E27FC236}">
                    <a16:creationId xmlns:a16="http://schemas.microsoft.com/office/drawing/2014/main" id="{E7F3C42E-ECB1-4324-5161-95A2749ED888}"/>
                  </a:ext>
                </a:extLst>
              </p:cNvPr>
              <p:cNvSpPr txBox="1"/>
              <p:nvPr/>
            </p:nvSpPr>
            <p:spPr>
              <a:xfrm>
                <a:off x="1788875" y="3796819"/>
                <a:ext cx="1791813" cy="355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>
                  <a:defRPr sz="3200" b="1">
                    <a:solidFill>
                      <a:srgbClr val="2A3353"/>
                    </a:solidFill>
                    <a:latin typeface="Montserrat" pitchFamily="2" charset="77"/>
                  </a:defRPr>
                </a:lvl1pPr>
              </a:lstStyle>
              <a:p>
                <a:pPr algn="l"/>
                <a:r>
                  <a:rPr lang="en-US" sz="3400" dirty="0"/>
                  <a:t>Value Chain</a:t>
                </a:r>
              </a:p>
              <a:p>
                <a:pPr algn="l"/>
                <a:r>
                  <a:rPr lang="en-US" sz="3400" dirty="0"/>
                  <a:t>&amp; Solutions Concept</a:t>
                </a:r>
              </a:p>
              <a:p>
                <a:pPr algn="l"/>
                <a:r>
                  <a:rPr lang="en-US" sz="3400" dirty="0">
                    <a:sym typeface="Fira Sans Extra Condensed SemiBold"/>
                  </a:rPr>
                  <a:t>   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4CCCA6-90F2-3385-7B76-E57448AB053B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42B9158-B89F-7ACB-767A-40D4E3700F64}"/>
                </a:ext>
              </a:extLst>
            </p:cNvPr>
            <p:cNvGrpSpPr/>
            <p:nvPr/>
          </p:nvGrpSpPr>
          <p:grpSpPr>
            <a:xfrm>
              <a:off x="5864776" y="5738022"/>
              <a:ext cx="1869879" cy="663939"/>
              <a:chOff x="1486917" y="3456861"/>
              <a:chExt cx="1869879" cy="663939"/>
            </a:xfrm>
          </p:grpSpPr>
          <p:sp>
            <p:nvSpPr>
              <p:cNvPr id="43" name="Google Shape;1094;p45">
                <a:extLst>
                  <a:ext uri="{FF2B5EF4-FFF2-40B4-BE49-F238E27FC236}">
                    <a16:creationId xmlns:a16="http://schemas.microsoft.com/office/drawing/2014/main" id="{2B231204-5C54-DEE3-BBA1-5CD6E4FDA3A2}"/>
                  </a:ext>
                </a:extLst>
              </p:cNvPr>
              <p:cNvSpPr txBox="1"/>
              <p:nvPr/>
            </p:nvSpPr>
            <p:spPr>
              <a:xfrm>
                <a:off x="1525547" y="3456861"/>
                <a:ext cx="1792619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pPr algn="l"/>
                <a:r>
                  <a:rPr lang="en-US" sz="3400" b="1" dirty="0">
                    <a:solidFill>
                      <a:srgbClr val="2A3353"/>
                    </a:solidFill>
                    <a:latin typeface="Montserrat" pitchFamily="2" charset="77"/>
                  </a:rPr>
                  <a:t>Generative AI Use Cases </a:t>
                </a:r>
                <a:r>
                  <a:rPr lang="en-US" sz="3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" panose="02040502050405020303" pitchFamily="18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  </a:t>
                </a:r>
                <a:endParaRPr lang="en-US" sz="3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Cond" panose="02040506050405020303" pitchFamily="18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AA3DFE-4EC0-BDA9-25E9-C1E8AC1DCBE1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A5E9912-BA4E-C6A5-3D83-319508078F0B}"/>
                </a:ext>
              </a:extLst>
            </p:cNvPr>
            <p:cNvGrpSpPr/>
            <p:nvPr/>
          </p:nvGrpSpPr>
          <p:grpSpPr>
            <a:xfrm>
              <a:off x="8763684" y="5382650"/>
              <a:ext cx="1869879" cy="1019311"/>
              <a:chOff x="1486917" y="3101489"/>
              <a:chExt cx="1869879" cy="1019311"/>
            </a:xfrm>
          </p:grpSpPr>
          <p:sp>
            <p:nvSpPr>
              <p:cNvPr id="41" name="Google Shape;1094;p45">
                <a:extLst>
                  <a:ext uri="{FF2B5EF4-FFF2-40B4-BE49-F238E27FC236}">
                    <a16:creationId xmlns:a16="http://schemas.microsoft.com/office/drawing/2014/main" id="{8EC689C9-D01C-7686-142F-A5E964F7CB81}"/>
                  </a:ext>
                </a:extLst>
              </p:cNvPr>
              <p:cNvSpPr txBox="1"/>
              <p:nvPr/>
            </p:nvSpPr>
            <p:spPr>
              <a:xfrm>
                <a:off x="1658071" y="3101489"/>
                <a:ext cx="1675692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US" sz="3200" b="1" dirty="0">
                    <a:solidFill>
                      <a:srgbClr val="2A3353"/>
                    </a:solidFill>
                    <a:latin typeface="Montserrat" pitchFamily="2" charset="77"/>
                    <a:sym typeface="Fira Sans Extra Condensed SemiBold"/>
                  </a:rPr>
                  <a:t>Demo</a:t>
                </a:r>
                <a:r>
                  <a:rPr lang="en-US" sz="2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" panose="02040502050405020303" pitchFamily="18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  </a:t>
                </a:r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Cond" panose="02040506050405020303" pitchFamily="18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56674A8-AC76-3D33-1E37-BDDD458F7E1B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kern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 Pro Light" panose="02040302050405020303" pitchFamily="18" charset="0"/>
                  </a:rPr>
                  <a:t> 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B32509-E515-8E11-35F6-0F92B96C6F05}"/>
              </a:ext>
            </a:extLst>
          </p:cNvPr>
          <p:cNvSpPr/>
          <p:nvPr/>
        </p:nvSpPr>
        <p:spPr>
          <a:xfrm flipH="1" flipV="1">
            <a:off x="19582312" y="3208397"/>
            <a:ext cx="2773734" cy="267724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1828800" eaLnBrk="0" fontAlgn="base">
              <a:spcBef>
                <a:spcPct val="50000"/>
              </a:spcBef>
              <a:spcAft>
                <a:spcPct val="0"/>
              </a:spcAft>
              <a:defRPr/>
            </a:pPr>
            <a:endParaRPr lang="en-ID" sz="3600">
              <a:latin typeface="Imago" pitchFamily="2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798733A-EBD3-3DEA-5300-84A818893425}"/>
              </a:ext>
            </a:extLst>
          </p:cNvPr>
          <p:cNvSpPr/>
          <p:nvPr/>
        </p:nvSpPr>
        <p:spPr>
          <a:xfrm>
            <a:off x="19958383" y="3582499"/>
            <a:ext cx="2021592" cy="195126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182880" tIns="91440" rIns="182880" bIns="9144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1828800" eaLnBrk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ID" sz="2400" b="1" dirty="0"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682BA2-F0AB-9261-378D-CF66D6AB8C49}"/>
              </a:ext>
            </a:extLst>
          </p:cNvPr>
          <p:cNvSpPr txBox="1"/>
          <p:nvPr/>
        </p:nvSpPr>
        <p:spPr>
          <a:xfrm>
            <a:off x="20749407" y="4183951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3200" b="1" dirty="0">
                <a:solidFill>
                  <a:srgbClr val="2A3353"/>
                </a:solidFill>
                <a:latin typeface="Montserrat" pitchFamily="2" charset="77"/>
              </a:rPr>
              <a:t>7</a:t>
            </a:r>
            <a:endParaRPr lang="en-IN" sz="3200" b="1" dirty="0">
              <a:solidFill>
                <a:srgbClr val="2A3353"/>
              </a:solidFill>
              <a:latin typeface="Montserrat" pitchFamily="2" charset="77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6065DC5-ED07-FFE7-B4AE-6973EE9409CE}"/>
              </a:ext>
            </a:extLst>
          </p:cNvPr>
          <p:cNvCxnSpPr>
            <a:cxnSpLocks/>
          </p:cNvCxnSpPr>
          <p:nvPr/>
        </p:nvCxnSpPr>
        <p:spPr>
          <a:xfrm>
            <a:off x="21548354" y="5484246"/>
            <a:ext cx="0" cy="3078331"/>
          </a:xfrm>
          <a:prstGeom prst="straightConnector1">
            <a:avLst/>
          </a:prstGeom>
          <a:ln>
            <a:solidFill>
              <a:srgbClr val="096067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Google Shape;1094;p45">
            <a:extLst>
              <a:ext uri="{FF2B5EF4-FFF2-40B4-BE49-F238E27FC236}">
                <a16:creationId xmlns:a16="http://schemas.microsoft.com/office/drawing/2014/main" id="{CCAD861F-C1E8-B1E5-AE13-6956B3A8FF8F}"/>
              </a:ext>
            </a:extLst>
          </p:cNvPr>
          <p:cNvSpPr txBox="1"/>
          <p:nvPr/>
        </p:nvSpPr>
        <p:spPr>
          <a:xfrm>
            <a:off x="20329946" y="8613747"/>
            <a:ext cx="2473725" cy="180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57200">
              <a:lnSpc>
                <a:spcPct val="200000"/>
              </a:lnSpc>
              <a:defRPr sz="3200" b="1">
                <a:solidFill>
                  <a:srgbClr val="2A3353"/>
                </a:solidFill>
                <a:latin typeface="Montserrat" pitchFamily="2" charset="77"/>
              </a:defRPr>
            </a:lvl1pPr>
          </a:lstStyle>
          <a:p>
            <a:pPr algn="ctr" defTabSz="825500">
              <a:lnSpc>
                <a:spcPct val="100000"/>
              </a:lnSpc>
            </a:pPr>
            <a:r>
              <a:rPr lang="en-US" dirty="0"/>
              <a:t>Path</a:t>
            </a:r>
          </a:p>
          <a:p>
            <a:pPr algn="ctr" defTabSz="825500">
              <a:lnSpc>
                <a:spcPct val="100000"/>
              </a:lnSpc>
            </a:pPr>
            <a:r>
              <a:rPr lang="en-US" dirty="0"/>
              <a:t>Forward </a:t>
            </a:r>
          </a:p>
        </p:txBody>
      </p:sp>
      <p:sp>
        <p:nvSpPr>
          <p:cNvPr id="108" name="Text Placeholder 107">
            <a:extLst>
              <a:ext uri="{FF2B5EF4-FFF2-40B4-BE49-F238E27FC236}">
                <a16:creationId xmlns:a16="http://schemas.microsoft.com/office/drawing/2014/main" id="{6CD1B4AF-45F7-7972-E4E3-E365C1BE78A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Key points</a:t>
            </a:r>
          </a:p>
        </p:txBody>
      </p:sp>
    </p:spTree>
    <p:extLst>
      <p:ext uri="{BB962C8B-B14F-4D97-AF65-F5344CB8AC3E}">
        <p14:creationId xmlns:p14="http://schemas.microsoft.com/office/powerpoint/2010/main" val="5136459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A3AF-7784-BED3-6A3C-5D6E9AC5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Generative AI Initiative Goal 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27433-C0A2-55B0-772E-0DBAA001FBC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Identify Areas</a:t>
            </a:r>
            <a:endParaRPr lang="en-S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E451F-EA84-1D13-DF9E-B638CA3C140A}"/>
              </a:ext>
            </a:extLst>
          </p:cNvPr>
          <p:cNvSpPr txBox="1"/>
          <p:nvPr/>
        </p:nvSpPr>
        <p:spPr>
          <a:xfrm>
            <a:off x="3399184" y="4481877"/>
            <a:ext cx="19679477" cy="531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Aft>
                <a:spcPts val="800"/>
              </a:spcAft>
            </a:pPr>
            <a:r>
              <a:rPr lang="en-US" sz="4400" i="1" dirty="0">
                <a:latin typeface="Montserrat Regular" panose="00000500000000000000" pitchFamily="2" charset="0"/>
              </a:rPr>
              <a:t>To identify potential areas within Apar's business operations where </a:t>
            </a:r>
            <a:r>
              <a:rPr lang="en-US" sz="4400" b="1" i="1" dirty="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Montserrat Regular" panose="00000500000000000000" pitchFamily="2" charset="0"/>
              </a:rPr>
              <a:t>Generative Artificial Intelligence (Gen AI) </a:t>
            </a:r>
            <a:r>
              <a:rPr lang="en-US" sz="4400" b="0" i="1" dirty="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Montserrat Regular" panose="00000500000000000000" pitchFamily="2" charset="0"/>
              </a:rPr>
              <a:t>can </a:t>
            </a:r>
            <a:r>
              <a:rPr lang="en-US" sz="4400" b="1" i="1" dirty="0" err="1">
                <a:solidFill>
                  <a:srgbClr val="262626"/>
                </a:solidFill>
                <a:effectLst/>
                <a:highlight>
                  <a:srgbClr val="FFFFFF"/>
                </a:highlight>
                <a:latin typeface="Montserrat Regular" panose="00000500000000000000" pitchFamily="2" charset="0"/>
              </a:rPr>
              <a:t>optimise</a:t>
            </a:r>
            <a:r>
              <a:rPr lang="en-US" sz="4400" b="1" i="1" dirty="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Montserrat Regular" panose="00000500000000000000" pitchFamily="2" charset="0"/>
              </a:rPr>
              <a:t> efficiency and </a:t>
            </a:r>
            <a:r>
              <a:rPr lang="en-US" sz="4400" b="1" i="1" dirty="0">
                <a:solidFill>
                  <a:srgbClr val="262626"/>
                </a:solidFill>
                <a:effectLst/>
                <a:latin typeface="Montserrat Regular" panose="00000500000000000000" pitchFamily="2" charset="0"/>
              </a:rPr>
              <a:t>conversion rates, </a:t>
            </a:r>
            <a:r>
              <a:rPr lang="en-US" sz="4400" b="1" i="1" dirty="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Montserrat Regular" panose="00000500000000000000" pitchFamily="2" charset="0"/>
              </a:rPr>
              <a:t>cut costs, shorten delivery cycles, and </a:t>
            </a:r>
            <a:r>
              <a:rPr lang="en-US" sz="4400" b="1" i="1" dirty="0">
                <a:highlight>
                  <a:srgbClr val="FFFFFF"/>
                </a:highlight>
                <a:latin typeface="Montserrat Regular" panose="00000500000000000000" pitchFamily="2" charset="0"/>
              </a:rPr>
              <a:t>elevate</a:t>
            </a:r>
            <a:r>
              <a:rPr lang="en-US" sz="4400" i="1" dirty="0">
                <a:highlight>
                  <a:srgbClr val="FFFFFF"/>
                </a:highlight>
                <a:latin typeface="Montserrat Regular" panose="00000500000000000000" pitchFamily="2" charset="0"/>
              </a:rPr>
              <a:t> the overall customer and employee experience.</a:t>
            </a:r>
            <a:endParaRPr lang="en-SG" sz="4400" i="1" dirty="0">
              <a:highlight>
                <a:srgbClr val="FFFFFF"/>
              </a:highlight>
              <a:latin typeface="Montserrat Regular" panose="00000500000000000000" pitchFamily="2" charset="0"/>
            </a:endParaRPr>
          </a:p>
        </p:txBody>
      </p:sp>
      <p:pic>
        <p:nvPicPr>
          <p:cNvPr id="6" name="Picture 5" descr="A dart in the center of a target&#10;&#10;Description automatically generated">
            <a:extLst>
              <a:ext uri="{FF2B5EF4-FFF2-40B4-BE49-F238E27FC236}">
                <a16:creationId xmlns:a16="http://schemas.microsoft.com/office/drawing/2014/main" id="{4E0110E4-FDC1-4DF9-E121-881EE90BD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20315" y="5011819"/>
            <a:ext cx="1416741" cy="141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56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ABDB-2653-C418-7545-275D0C55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Generative</a:t>
            </a:r>
            <a:r>
              <a:rPr lang="en-SG" dirty="0">
                <a:latin typeface="Montserrat Regular" panose="00000500000000000000" pitchFamily="2" charset="0"/>
              </a:rPr>
              <a:t> </a:t>
            </a:r>
            <a:r>
              <a:rPr lang="en-US" dirty="0"/>
              <a:t>Artificial</a:t>
            </a:r>
            <a:r>
              <a:rPr lang="en-US" dirty="0">
                <a:solidFill>
                  <a:srgbClr val="1A1A1A"/>
                </a:solidFill>
                <a:latin typeface="Montserrat Regular" panose="00000500000000000000" pitchFamily="2" charset="0"/>
              </a:rPr>
              <a:t> </a:t>
            </a:r>
            <a:r>
              <a:rPr lang="en-US" dirty="0"/>
              <a:t>Intelligence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F1FCF-5E62-8325-EF31-40A634849B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Gen AI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B450E-EC48-C8DD-4709-9E19F2C74327}"/>
              </a:ext>
            </a:extLst>
          </p:cNvPr>
          <p:cNvSpPr txBox="1"/>
          <p:nvPr/>
        </p:nvSpPr>
        <p:spPr>
          <a:xfrm>
            <a:off x="1691821" y="2875910"/>
            <a:ext cx="20054995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An approach to artificial intelligence that enables users to </a:t>
            </a:r>
            <a:r>
              <a:rPr lang="en-US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generate new synthetic content</a:t>
            </a:r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 such as </a:t>
            </a:r>
            <a:r>
              <a:rPr lang="en-US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video, text, images, and sounds</a:t>
            </a:r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. </a:t>
            </a:r>
            <a:r>
              <a:rPr lang="en-SG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It closely resembles </a:t>
            </a:r>
            <a:r>
              <a:rPr lang="en-SG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human language</a:t>
            </a:r>
            <a:r>
              <a:rPr lang="en-SG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. </a:t>
            </a:r>
          </a:p>
          <a:p>
            <a:pPr algn="l"/>
            <a:endParaRPr lang="en-SG" dirty="0"/>
          </a:p>
        </p:txBody>
      </p:sp>
      <p:sp>
        <p:nvSpPr>
          <p:cNvPr id="6" name="AutoShape 2" descr="Generative AI use cases">
            <a:extLst>
              <a:ext uri="{FF2B5EF4-FFF2-40B4-BE49-F238E27FC236}">
                <a16:creationId xmlns:a16="http://schemas.microsoft.com/office/drawing/2014/main" id="{EB88B119-356D-62E4-ADA1-C895E404BA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FB1C05-56E6-B7CE-3779-477923F91FB6}"/>
              </a:ext>
            </a:extLst>
          </p:cNvPr>
          <p:cNvSpPr txBox="1"/>
          <p:nvPr/>
        </p:nvSpPr>
        <p:spPr>
          <a:xfrm>
            <a:off x="1691820" y="4175130"/>
            <a:ext cx="20357456" cy="892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Computer experts input extensive </a:t>
            </a:r>
            <a:r>
              <a:rPr lang="en-US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datasets</a:t>
            </a:r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 and guide customized </a:t>
            </a:r>
            <a:r>
              <a:rPr lang="en-US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algorithms</a:t>
            </a:r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 to generate outcomes. This process, known as </a:t>
            </a:r>
            <a:r>
              <a:rPr lang="en-US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training</a:t>
            </a:r>
            <a:r>
              <a:rPr lang="en-US" sz="2600" dirty="0">
                <a:solidFill>
                  <a:srgbClr val="1A1A1A"/>
                </a:solidFill>
                <a:latin typeface="Montserrat Regular" panose="00000500000000000000" pitchFamily="2" charset="0"/>
              </a:rPr>
              <a:t>, converts the computer system into a </a:t>
            </a:r>
            <a:r>
              <a:rPr lang="en-US" sz="2600" b="1" dirty="0">
                <a:solidFill>
                  <a:srgbClr val="1A1A1A"/>
                </a:solidFill>
                <a:latin typeface="Montserrat Regular" panose="00000500000000000000" pitchFamily="2" charset="0"/>
              </a:rPr>
              <a:t>Generative pre-trained model or Large Language Model. </a:t>
            </a:r>
            <a:endParaRPr lang="en-SG" sz="2600" dirty="0">
              <a:solidFill>
                <a:srgbClr val="1A1A1A"/>
              </a:solidFill>
              <a:latin typeface="Montserrat Regular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46DEB-9E0F-FCC0-D1B2-101A80C32B18}"/>
              </a:ext>
            </a:extLst>
          </p:cNvPr>
          <p:cNvSpPr txBox="1"/>
          <p:nvPr/>
        </p:nvSpPr>
        <p:spPr>
          <a:xfrm>
            <a:off x="1691820" y="5237658"/>
            <a:ext cx="6906968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SG" sz="2400" dirty="0">
                <a:solidFill>
                  <a:srgbClr val="1A1A1A"/>
                </a:solidFill>
                <a:latin typeface="Montserrat Regular" panose="00000500000000000000" pitchFamily="2" charset="0"/>
              </a:rPr>
              <a:t>E.g.  Finding saltshaker at the Restaurant</a:t>
            </a:r>
          </a:p>
        </p:txBody>
      </p:sp>
      <p:pic>
        <p:nvPicPr>
          <p:cNvPr id="20" name="Picture 19" descr="A diagram of machine learning&#10;&#10;Description automatically generated">
            <a:extLst>
              <a:ext uri="{FF2B5EF4-FFF2-40B4-BE49-F238E27FC236}">
                <a16:creationId xmlns:a16="http://schemas.microsoft.com/office/drawing/2014/main" id="{5555DEBF-BD24-BE9F-29E7-5668B4EB38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9" t="16276" r="19947" b="12666"/>
          <a:stretch/>
        </p:blipFill>
        <p:spPr bwMode="auto">
          <a:xfrm>
            <a:off x="13743539" y="6705600"/>
            <a:ext cx="9684804" cy="542427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564265E0-D461-6571-6B66-4550897C9D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0" y="6858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EF88509-30AB-402E-1637-BCFC009B68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344400" y="7010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9" name="Picture 8" descr="A diagram of a pre-training process&#10;&#10;Description automatically generated">
            <a:extLst>
              <a:ext uri="{FF2B5EF4-FFF2-40B4-BE49-F238E27FC236}">
                <a16:creationId xmlns:a16="http://schemas.microsoft.com/office/drawing/2014/main" id="{002C718F-A349-83F2-DEEC-F878D076C7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0" r="6482"/>
          <a:stretch/>
        </p:blipFill>
        <p:spPr>
          <a:xfrm>
            <a:off x="1473834" y="6075213"/>
            <a:ext cx="11175366" cy="6642402"/>
          </a:xfrm>
          <a:prstGeom prst="rect">
            <a:avLst/>
          </a:prstGeom>
        </p:spPr>
      </p:pic>
      <p:sp>
        <p:nvSpPr>
          <p:cNvPr id="10" name="AutoShape 6">
            <a:extLst>
              <a:ext uri="{FF2B5EF4-FFF2-40B4-BE49-F238E27FC236}">
                <a16:creationId xmlns:a16="http://schemas.microsoft.com/office/drawing/2014/main" id="{DF57B4D7-F2E7-8B8B-F784-854CDAFFB4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496800" y="7162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21066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53F7-1903-6FAF-E857-7A5C97F4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Generative AI Model – Part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66B9B-4DD8-B7CD-A87E-340338C381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Transformer overview</a:t>
            </a:r>
          </a:p>
          <a:p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2AA39-4A7A-A1F0-25E7-93F0668A0F6B}"/>
              </a:ext>
            </a:extLst>
          </p:cNvPr>
          <p:cNvSpPr txBox="1"/>
          <p:nvPr/>
        </p:nvSpPr>
        <p:spPr>
          <a:xfrm>
            <a:off x="1610836" y="2821421"/>
            <a:ext cx="21277133" cy="892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600" dirty="0">
                <a:latin typeface="Montserrat Regular" panose="00000500000000000000" pitchFamily="2" charset="0"/>
              </a:rPr>
              <a:t>Large language model (LLM) </a:t>
            </a:r>
            <a:r>
              <a:rPr lang="en-SG" sz="2600" dirty="0">
                <a:latin typeface="Montserrat Regular" panose="00000500000000000000" pitchFamily="2" charset="0"/>
              </a:rPr>
              <a:t>built on </a:t>
            </a:r>
            <a:r>
              <a:rPr lang="en-SG" sz="2600" b="1" dirty="0">
                <a:solidFill>
                  <a:schemeClr val="tx1"/>
                </a:solidFill>
                <a:latin typeface="Montserrat Regular" panose="00000500000000000000" pitchFamily="2" charset="0"/>
              </a:rPr>
              <a:t>transformer architecture </a:t>
            </a:r>
            <a:r>
              <a:rPr lang="en-SG" sz="2600" dirty="0">
                <a:latin typeface="Montserrat Regular" panose="00000500000000000000" pitchFamily="2" charset="0"/>
              </a:rPr>
              <a:t>trained on vast text data. It specialises in developing coherent and contextually relevant text.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52E7DD-22EB-AB10-39F6-0F8B96E3CFE4}"/>
              </a:ext>
            </a:extLst>
          </p:cNvPr>
          <p:cNvSpPr txBox="1"/>
          <p:nvPr/>
        </p:nvSpPr>
        <p:spPr>
          <a:xfrm>
            <a:off x="1590262" y="3869834"/>
            <a:ext cx="21664376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SG" sz="2600" dirty="0">
                <a:latin typeface="Montserrat Regular" panose="00000500000000000000" pitchFamily="2" charset="0"/>
              </a:rPr>
              <a:t>OpenAI’s </a:t>
            </a:r>
            <a:r>
              <a:rPr lang="en-SG" sz="2600" b="1" dirty="0">
                <a:latin typeface="Montserrat Regular" panose="00000500000000000000" pitchFamily="2" charset="0"/>
              </a:rPr>
              <a:t>GPT (Generative Pre-trained Transformers) </a:t>
            </a:r>
            <a:r>
              <a:rPr lang="en-SG" sz="2600" dirty="0">
                <a:latin typeface="Montserrat Regular" panose="00000500000000000000" pitchFamily="2" charset="0"/>
              </a:rPr>
              <a:t>is one special example of LLM, and it was trained using </a:t>
            </a:r>
            <a:r>
              <a:rPr lang="en-US" sz="2600" b="1" dirty="0">
                <a:latin typeface="Montserrat Regular" panose="00000500000000000000" pitchFamily="2" charset="0"/>
              </a:rPr>
              <a:t>175 billion parameters</a:t>
            </a:r>
            <a:r>
              <a:rPr lang="en-US" sz="2600" dirty="0">
                <a:latin typeface="Montserrat Regular" panose="00000500000000000000" pitchFamily="2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E0E5FF-102B-9C72-B75B-8F9CEEA1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629" y="5734134"/>
            <a:ext cx="18243466" cy="7239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975EE8-1AAB-846E-5119-C9C6FD952D25}"/>
              </a:ext>
            </a:extLst>
          </p:cNvPr>
          <p:cNvSpPr txBox="1"/>
          <p:nvPr/>
        </p:nvSpPr>
        <p:spPr>
          <a:xfrm>
            <a:off x="9715599" y="12433797"/>
            <a:ext cx="4735897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SG" sz="2600" b="1" dirty="0">
                <a:latin typeface="Montserrat Regular" panose="00000500000000000000" pitchFamily="2" charset="0"/>
              </a:rPr>
              <a:t>Transformer Architecture</a:t>
            </a:r>
            <a:endParaRPr lang="en-US" sz="2600" b="1" dirty="0">
              <a:latin typeface="Montserrat Regula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828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53F7-1903-6FAF-E857-7A5C97F4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500" dirty="0"/>
              <a:t>Generative AI Model – Part 2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66B9B-4DD8-B7CD-A87E-340338C381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SG" dirty="0"/>
              <a:t>Large Language Model</a:t>
            </a:r>
          </a:p>
          <a:p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11E26-EB57-54B1-3151-3541A61DCC88}"/>
              </a:ext>
            </a:extLst>
          </p:cNvPr>
          <p:cNvSpPr txBox="1"/>
          <p:nvPr/>
        </p:nvSpPr>
        <p:spPr>
          <a:xfrm>
            <a:off x="1726626" y="2675679"/>
            <a:ext cx="2115325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SG" sz="2800" b="1" dirty="0">
                <a:highlight>
                  <a:srgbClr val="FFFFFF"/>
                </a:highlight>
                <a:latin typeface="Montserrat Regular" panose="00000500000000000000" pitchFamily="2" charset="0"/>
              </a:rPr>
              <a:t>Large</a:t>
            </a:r>
            <a:r>
              <a:rPr lang="en-SG" sz="2800" dirty="0">
                <a:highlight>
                  <a:srgbClr val="FFFFFF"/>
                </a:highlight>
                <a:latin typeface="Montserrat Regular" panose="00000500000000000000" pitchFamily="2" charset="0"/>
              </a:rPr>
              <a:t> refers to the number of neurons, also called parameters (above </a:t>
            </a:r>
            <a:r>
              <a:rPr lang="en-SG" sz="2800" b="1" dirty="0">
                <a:highlight>
                  <a:srgbClr val="FFFFFF"/>
                </a:highlight>
                <a:latin typeface="Montserrat Regular" panose="00000500000000000000" pitchFamily="2" charset="0"/>
              </a:rPr>
              <a:t>1 billion neurons </a:t>
            </a:r>
            <a:r>
              <a:rPr lang="en-SG" sz="2800" dirty="0">
                <a:highlight>
                  <a:srgbClr val="FFFFFF"/>
                </a:highlight>
                <a:latin typeface="Montserrat Regular" panose="00000500000000000000" pitchFamily="2" charset="0"/>
              </a:rPr>
              <a:t>as large) in the neural network</a:t>
            </a:r>
            <a:r>
              <a:rPr lang="en-SG" sz="3200" spc="-5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r>
              <a:rPr lang="en-SG" sz="360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94D0B8-F982-2D48-E491-376D195E631E}"/>
              </a:ext>
            </a:extLst>
          </p:cNvPr>
          <p:cNvSpPr txBox="1"/>
          <p:nvPr/>
        </p:nvSpPr>
        <p:spPr>
          <a:xfrm>
            <a:off x="1671613" y="3498733"/>
            <a:ext cx="4570161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SG" sz="2800" dirty="0">
                <a:highlight>
                  <a:srgbClr val="FFFFFF"/>
                </a:highlight>
                <a:latin typeface="Montserrat Regular" panose="00000500000000000000" pitchFamily="2" charset="0"/>
              </a:rPr>
              <a:t>A </a:t>
            </a:r>
            <a:r>
              <a:rPr lang="en-SG" sz="2800" b="1" dirty="0">
                <a:highlight>
                  <a:srgbClr val="FFFFFF"/>
                </a:highlight>
                <a:latin typeface="Montserrat Regular" panose="00000500000000000000" pitchFamily="2" charset="0"/>
              </a:rPr>
              <a:t>Language</a:t>
            </a:r>
            <a:r>
              <a:rPr lang="en-SG" sz="2800" dirty="0">
                <a:highlight>
                  <a:srgbClr val="FFFFFF"/>
                </a:highlight>
                <a:latin typeface="Montserrat Regular" panose="00000500000000000000" pitchFamily="2" charset="0"/>
              </a:rPr>
              <a:t> </a:t>
            </a:r>
            <a:r>
              <a:rPr lang="en-SG" sz="2800" b="1" dirty="0">
                <a:highlight>
                  <a:srgbClr val="FFFFFF"/>
                </a:highlight>
                <a:latin typeface="Montserrat Regular" panose="00000500000000000000" pitchFamily="2" charset="0"/>
              </a:rPr>
              <a:t>model</a:t>
            </a:r>
            <a:r>
              <a:rPr lang="en-SG" sz="2800" dirty="0">
                <a:highlight>
                  <a:srgbClr val="FFFFFF"/>
                </a:highlight>
                <a:latin typeface="Montserrat Regular" panose="00000500000000000000" pitchFamily="2" charset="0"/>
              </a:rPr>
              <a:t> </a:t>
            </a:r>
          </a:p>
          <a:p>
            <a:pPr algn="l"/>
            <a:endParaRPr lang="en-SG" sz="2800" dirty="0">
              <a:highlight>
                <a:srgbClr val="FFFFFF"/>
              </a:highlight>
              <a:latin typeface="Montserrat Regular" panose="00000500000000000000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41C80F-9ECD-A591-73E1-7D766BF3E4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64" r="34219" b="54631"/>
          <a:stretch/>
        </p:blipFill>
        <p:spPr>
          <a:xfrm>
            <a:off x="5267738" y="3230674"/>
            <a:ext cx="8915247" cy="1052495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6E3519E-7D0E-B083-16DF-6C4D985A7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422" y="5964977"/>
            <a:ext cx="9959010" cy="607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959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791C-2C0E-070F-31EC-D90BB1D8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Gen AI Model Types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C73E0-D069-BB9D-F3C1-90DBBA5E577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SG" dirty="0"/>
              <a:t>Unimodal and Multimodal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55EE089-C334-6BEF-7EA8-3169E826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5787" y="3776076"/>
            <a:ext cx="10836585" cy="53928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0EF434C-2672-8B72-2618-1E9BF3FCE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33" y="4156669"/>
            <a:ext cx="9604704" cy="182024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F5B18C-DB9F-A439-D176-FFA319C237E0}"/>
              </a:ext>
            </a:extLst>
          </p:cNvPr>
          <p:cNvSpPr txBox="1"/>
          <p:nvPr/>
        </p:nvSpPr>
        <p:spPr>
          <a:xfrm>
            <a:off x="19294452" y="11944347"/>
            <a:ext cx="3576915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SG" sz="2600" dirty="0">
                <a:latin typeface="Montserrat Regular" panose="00000500000000000000" pitchFamily="2" charset="0"/>
              </a:rPr>
              <a:t>E.g. OpenAI’s GPT-4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84795-10F8-906D-89E2-56F35692799B}"/>
              </a:ext>
            </a:extLst>
          </p:cNvPr>
          <p:cNvSpPr txBox="1"/>
          <p:nvPr/>
        </p:nvSpPr>
        <p:spPr>
          <a:xfrm>
            <a:off x="6440239" y="6424327"/>
            <a:ext cx="3765759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SG" sz="2600" dirty="0">
                <a:latin typeface="Montserrat Regular" panose="00000500000000000000" pitchFamily="2" charset="0"/>
              </a:rPr>
              <a:t>E.g.  OpenAI’s GPT-3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A425-7B4C-A627-6E81-EC2DF7C30429}"/>
              </a:ext>
            </a:extLst>
          </p:cNvPr>
          <p:cNvSpPr txBox="1"/>
          <p:nvPr/>
        </p:nvSpPr>
        <p:spPr>
          <a:xfrm>
            <a:off x="1512633" y="9207874"/>
            <a:ext cx="10554113" cy="3400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sz="2600" b="1" i="0" dirty="0">
                <a:effectLst/>
                <a:highlight>
                  <a:srgbClr val="FFFFFF"/>
                </a:highlight>
                <a:latin typeface="var(--artdeco-reset-typography-font-family-sans)"/>
              </a:rPr>
              <a:t> </a:t>
            </a:r>
            <a:r>
              <a:rPr lang="en-SG" sz="2400" b="1" dirty="0">
                <a:latin typeface="Montserrat Regular" panose="00000500000000000000" pitchFamily="2" charset="0"/>
              </a:rPr>
              <a:t>Text-to-Text: </a:t>
            </a:r>
            <a:r>
              <a:rPr lang="en-SG" sz="2400" dirty="0">
                <a:latin typeface="Montserrat Regular" panose="00000500000000000000" pitchFamily="2" charset="0"/>
              </a:rPr>
              <a:t>ChatGPT, Bard, </a:t>
            </a:r>
            <a:r>
              <a:rPr lang="en-SG" sz="2400" dirty="0" err="1">
                <a:latin typeface="Montserrat Regular" panose="00000500000000000000" pitchFamily="2" charset="0"/>
              </a:rPr>
              <a:t>LLaMa</a:t>
            </a:r>
            <a:r>
              <a:rPr lang="en-SG" sz="2400" dirty="0">
                <a:latin typeface="Montserrat Regular" panose="00000500000000000000" pitchFamily="2" charset="0"/>
              </a:rPr>
              <a:t>, </a:t>
            </a:r>
            <a:r>
              <a:rPr lang="en-SG" sz="2400" dirty="0" err="1">
                <a:latin typeface="Montserrat Regular" panose="00000500000000000000" pitchFamily="2" charset="0"/>
              </a:rPr>
              <a:t>PaLM</a:t>
            </a:r>
            <a:r>
              <a:rPr lang="en-SG" sz="2400" dirty="0">
                <a:latin typeface="Montserrat Regular" panose="00000500000000000000" pitchFamily="2" charset="0"/>
              </a:rPr>
              <a:t> 2, Claude</a:t>
            </a:r>
          </a:p>
          <a:p>
            <a:pPr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Montserrat Regular" panose="00000500000000000000" pitchFamily="2" charset="0"/>
              </a:rPr>
              <a:t> </a:t>
            </a:r>
            <a:r>
              <a:rPr lang="en-SG" sz="2400" b="1" dirty="0">
                <a:latin typeface="Montserrat Regular" panose="00000500000000000000" pitchFamily="2" charset="0"/>
              </a:rPr>
              <a:t>Text-to-Image</a:t>
            </a:r>
            <a:r>
              <a:rPr lang="en-SG" sz="2400" dirty="0">
                <a:latin typeface="Montserrat Regular" panose="00000500000000000000" pitchFamily="2" charset="0"/>
              </a:rPr>
              <a:t>: Firefly, Midjourney, </a:t>
            </a:r>
            <a:r>
              <a:rPr lang="en-SG" sz="2400" b="1" dirty="0">
                <a:latin typeface="Montserrat Regular" panose="00000500000000000000" pitchFamily="2" charset="0"/>
              </a:rPr>
              <a:t>DALL-E 3</a:t>
            </a:r>
            <a:r>
              <a:rPr lang="en-SG" sz="2400" dirty="0">
                <a:latin typeface="Montserrat Regular" panose="00000500000000000000" pitchFamily="2" charset="0"/>
              </a:rPr>
              <a:t>, Stable Diffusion</a:t>
            </a:r>
          </a:p>
          <a:p>
            <a:pPr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sz="2400" b="1" dirty="0">
                <a:latin typeface="Montserrat Regular" panose="00000500000000000000" pitchFamily="2" charset="0"/>
              </a:rPr>
              <a:t> Text-to-Audio</a:t>
            </a:r>
            <a:r>
              <a:rPr lang="en-SG" sz="2400" dirty="0">
                <a:latin typeface="Montserrat Regular" panose="00000500000000000000" pitchFamily="2" charset="0"/>
              </a:rPr>
              <a:t>: </a:t>
            </a:r>
            <a:r>
              <a:rPr lang="en-SG" sz="2400" dirty="0" err="1">
                <a:latin typeface="Montserrat Regular" panose="00000500000000000000" pitchFamily="2" charset="0"/>
              </a:rPr>
              <a:t>AutoLM</a:t>
            </a:r>
            <a:r>
              <a:rPr lang="en-SG" sz="2400" dirty="0">
                <a:latin typeface="Montserrat Regular" panose="00000500000000000000" pitchFamily="2" charset="0"/>
              </a:rPr>
              <a:t>, Jukebox, </a:t>
            </a:r>
            <a:r>
              <a:rPr lang="en-SG" sz="2400" dirty="0" err="1">
                <a:latin typeface="Montserrat Regular" panose="00000500000000000000" pitchFamily="2" charset="0"/>
              </a:rPr>
              <a:t>MuseNet</a:t>
            </a:r>
            <a:r>
              <a:rPr lang="en-SG" sz="2400" dirty="0">
                <a:latin typeface="Montserrat Regular" panose="00000500000000000000" pitchFamily="2" charset="0"/>
              </a:rPr>
              <a:t>, </a:t>
            </a:r>
            <a:r>
              <a:rPr lang="en-SG" sz="2400" dirty="0" err="1">
                <a:latin typeface="Montserrat Regular" panose="00000500000000000000" pitchFamily="2" charset="0"/>
              </a:rPr>
              <a:t>AudioLM</a:t>
            </a:r>
            <a:endParaRPr lang="en-SG" sz="2400" dirty="0">
              <a:latin typeface="Montserrat Regular" panose="00000500000000000000" pitchFamily="2" charset="0"/>
            </a:endParaRPr>
          </a:p>
          <a:p>
            <a:pPr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Montserrat Regular" panose="00000500000000000000" pitchFamily="2" charset="0"/>
              </a:rPr>
              <a:t> </a:t>
            </a:r>
            <a:r>
              <a:rPr lang="en-SG" sz="2400" b="1" dirty="0">
                <a:latin typeface="Montserrat Regular" panose="00000500000000000000" pitchFamily="2" charset="0"/>
              </a:rPr>
              <a:t>Text-to-Code: </a:t>
            </a:r>
            <a:r>
              <a:rPr lang="en-SG" sz="2400" dirty="0">
                <a:latin typeface="Montserrat Regular" panose="00000500000000000000" pitchFamily="2" charset="0"/>
              </a:rPr>
              <a:t>Codex, </a:t>
            </a:r>
            <a:r>
              <a:rPr lang="en-SG" sz="2400" dirty="0" err="1">
                <a:latin typeface="Montserrat Regular" panose="00000500000000000000" pitchFamily="2" charset="0"/>
              </a:rPr>
              <a:t>Alphacode</a:t>
            </a:r>
            <a:r>
              <a:rPr lang="en-SG" sz="2400" dirty="0">
                <a:latin typeface="Montserrat Regular" panose="00000500000000000000" pitchFamily="2" charset="0"/>
              </a:rPr>
              <a:t>, GitHub Copilot, </a:t>
            </a:r>
            <a:r>
              <a:rPr lang="en-SG" sz="2400" dirty="0" err="1">
                <a:latin typeface="Montserrat Regular" panose="00000500000000000000" pitchFamily="2" charset="0"/>
              </a:rPr>
              <a:t>PolyCoder</a:t>
            </a:r>
            <a:endParaRPr lang="en-SG" sz="2400" dirty="0">
              <a:latin typeface="Montserrat Regular" panose="00000500000000000000" pitchFamily="2" charset="0"/>
            </a:endParaRPr>
          </a:p>
          <a:p>
            <a:pPr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sz="2400" b="1" dirty="0">
                <a:latin typeface="Montserrat Regular" panose="00000500000000000000" pitchFamily="2" charset="0"/>
              </a:rPr>
              <a:t> Text-to-Video: </a:t>
            </a:r>
            <a:r>
              <a:rPr lang="en-SG" sz="2400" dirty="0">
                <a:latin typeface="Montserrat Regular" panose="00000500000000000000" pitchFamily="2" charset="0"/>
              </a:rPr>
              <a:t>Runway, </a:t>
            </a:r>
            <a:r>
              <a:rPr lang="en-SG" sz="2400" dirty="0" err="1">
                <a:latin typeface="Montserrat Regular" panose="00000500000000000000" pitchFamily="2" charset="0"/>
              </a:rPr>
              <a:t>Cuebric</a:t>
            </a:r>
            <a:r>
              <a:rPr lang="en-SG" sz="2400" dirty="0">
                <a:latin typeface="Montserrat Regular" panose="00000500000000000000" pitchFamily="2" charset="0"/>
              </a:rPr>
              <a:t>, Artbreeder Video</a:t>
            </a:r>
          </a:p>
          <a:p>
            <a:pPr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Montserrat Regular" panose="00000500000000000000" pitchFamily="2" charset="0"/>
              </a:rPr>
              <a:t> </a:t>
            </a:r>
            <a:r>
              <a:rPr lang="en-SG" sz="2400" b="1" dirty="0">
                <a:latin typeface="Montserrat Regular" panose="00000500000000000000" pitchFamily="2" charset="0"/>
              </a:rPr>
              <a:t>Audio-to-Text: </a:t>
            </a:r>
            <a:r>
              <a:rPr lang="en-SG" sz="2400" dirty="0">
                <a:latin typeface="Montserrat Regular" panose="00000500000000000000" pitchFamily="2" charset="0"/>
              </a:rPr>
              <a:t>Whisper, </a:t>
            </a:r>
            <a:r>
              <a:rPr lang="en-SG" sz="2400" dirty="0" err="1">
                <a:latin typeface="Montserrat Regular" panose="00000500000000000000" pitchFamily="2" charset="0"/>
              </a:rPr>
              <a:t>DeepSpeech</a:t>
            </a:r>
            <a:r>
              <a:rPr lang="en-SG" sz="2400" dirty="0">
                <a:latin typeface="Montserrat Regular" panose="00000500000000000000" pitchFamily="2" charset="0"/>
              </a:rPr>
              <a:t>, </a:t>
            </a:r>
            <a:r>
              <a:rPr lang="en-SG" sz="2400" dirty="0" err="1">
                <a:latin typeface="Montserrat Regular" panose="00000500000000000000" pitchFamily="2" charset="0"/>
              </a:rPr>
              <a:t>Vosk</a:t>
            </a:r>
            <a:r>
              <a:rPr lang="en-SG" sz="2400" dirty="0">
                <a:latin typeface="Montserrat Regular" panose="00000500000000000000" pitchFamily="2" charset="0"/>
              </a:rPr>
              <a:t>, Jasper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21034-B472-0389-03E7-F3D96219EFCA}"/>
              </a:ext>
            </a:extLst>
          </p:cNvPr>
          <p:cNvSpPr txBox="1"/>
          <p:nvPr/>
        </p:nvSpPr>
        <p:spPr>
          <a:xfrm>
            <a:off x="1368097" y="8676526"/>
            <a:ext cx="4153001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SG" sz="2600" b="1" dirty="0">
                <a:latin typeface="Montserrat Regular" panose="00000500000000000000" pitchFamily="2" charset="0"/>
              </a:rPr>
              <a:t>Popular Gen AI Models</a:t>
            </a:r>
          </a:p>
        </p:txBody>
      </p:sp>
    </p:spTree>
    <p:extLst>
      <p:ext uri="{BB962C8B-B14F-4D97-AF65-F5344CB8AC3E}">
        <p14:creationId xmlns:p14="http://schemas.microsoft.com/office/powerpoint/2010/main" val="270371909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A8DA-1FF0-1F43-9F2B-395BA5B8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 AI Solution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96C68-B9F4-8447-B980-E6005CB5EB6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Autofit/>
          </a:bodyPr>
          <a:lstStyle/>
          <a:p>
            <a:r>
              <a:rPr lang="en-US" dirty="0"/>
              <a:t>Enablement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310DF1-32DB-7DA7-D9D4-9CAD5CEC541B}"/>
              </a:ext>
            </a:extLst>
          </p:cNvPr>
          <p:cNvGrpSpPr/>
          <p:nvPr/>
        </p:nvGrpSpPr>
        <p:grpSpPr>
          <a:xfrm>
            <a:off x="2238467" y="2917812"/>
            <a:ext cx="17836814" cy="9026534"/>
            <a:chOff x="1573086" y="1648090"/>
            <a:chExt cx="9060477" cy="475387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8CD38A8-CCF4-E3B4-54B0-330DDD17C1BC}"/>
                </a:ext>
              </a:extLst>
            </p:cNvPr>
            <p:cNvCxnSpPr>
              <a:cxnSpLocks/>
            </p:cNvCxnSpPr>
            <p:nvPr/>
          </p:nvCxnSpPr>
          <p:spPr>
            <a:xfrm>
              <a:off x="2502743" y="3026665"/>
              <a:ext cx="0" cy="1621219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4FEEE31-1A3E-B67C-FBB8-31E2776D893B}"/>
                </a:ext>
              </a:extLst>
            </p:cNvPr>
            <p:cNvCxnSpPr>
              <a:cxnSpLocks/>
            </p:cNvCxnSpPr>
            <p:nvPr/>
          </p:nvCxnSpPr>
          <p:spPr>
            <a:xfrm>
              <a:off x="3938257" y="4515317"/>
              <a:ext cx="0" cy="681074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192225E-D71C-E9B3-99BB-DC114543BB70}"/>
                </a:ext>
              </a:extLst>
            </p:cNvPr>
            <p:cNvCxnSpPr>
              <a:cxnSpLocks/>
            </p:cNvCxnSpPr>
            <p:nvPr/>
          </p:nvCxnSpPr>
          <p:spPr>
            <a:xfrm>
              <a:off x="5339266" y="3026665"/>
              <a:ext cx="0" cy="1621219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31BEF62-78CB-F8B4-F178-5FD4F73F9F04}"/>
                </a:ext>
              </a:extLst>
            </p:cNvPr>
            <p:cNvCxnSpPr>
              <a:cxnSpLocks/>
            </p:cNvCxnSpPr>
            <p:nvPr/>
          </p:nvCxnSpPr>
          <p:spPr>
            <a:xfrm>
              <a:off x="6799716" y="4515317"/>
              <a:ext cx="0" cy="681074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08973E2-5594-8046-B44A-BED25A8B3B81}"/>
                </a:ext>
              </a:extLst>
            </p:cNvPr>
            <p:cNvCxnSpPr>
              <a:cxnSpLocks/>
            </p:cNvCxnSpPr>
            <p:nvPr/>
          </p:nvCxnSpPr>
          <p:spPr>
            <a:xfrm>
              <a:off x="8230358" y="3026665"/>
              <a:ext cx="0" cy="1621219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536883E-F198-A842-F705-405B5823E806}"/>
                </a:ext>
              </a:extLst>
            </p:cNvPr>
            <p:cNvCxnSpPr>
              <a:cxnSpLocks/>
            </p:cNvCxnSpPr>
            <p:nvPr/>
          </p:nvCxnSpPr>
          <p:spPr>
            <a:xfrm>
              <a:off x="9689257" y="4515317"/>
              <a:ext cx="0" cy="681074"/>
            </a:xfrm>
            <a:prstGeom prst="straightConnector1">
              <a:avLst/>
            </a:prstGeom>
            <a:ln>
              <a:solidFill>
                <a:srgbClr val="096067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DB29045-C0A6-540A-7F1E-A1D5448821FF}"/>
                </a:ext>
              </a:extLst>
            </p:cNvPr>
            <p:cNvSpPr/>
            <p:nvPr/>
          </p:nvSpPr>
          <p:spPr>
            <a:xfrm rot="2700000">
              <a:off x="8560941" y="2832013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0A116E2-7C11-2902-716E-8A6691A1F198}"/>
                </a:ext>
              </a:extLst>
            </p:cNvPr>
            <p:cNvSpPr/>
            <p:nvPr/>
          </p:nvSpPr>
          <p:spPr>
            <a:xfrm flipH="1">
              <a:off x="8984778" y="3105335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FED825F-55FD-0A87-CDE6-FE1529633031}"/>
                </a:ext>
              </a:extLst>
            </p:cNvPr>
            <p:cNvSpPr/>
            <p:nvPr/>
          </p:nvSpPr>
          <p:spPr>
            <a:xfrm>
              <a:off x="9185175" y="3296504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ID" sz="2100" b="1">
                <a:latin typeface="Georgia" panose="02040502050405020303" pitchFamily="18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98A49A-6DA6-A630-E25B-F5E62C29CDEB}"/>
                </a:ext>
              </a:extLst>
            </p:cNvPr>
            <p:cNvSpPr/>
            <p:nvPr/>
          </p:nvSpPr>
          <p:spPr>
            <a:xfrm rot="18900000" flipV="1">
              <a:off x="7126168" y="2812387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255AC09-C496-7C84-5C74-3DC91D9DABDB}"/>
                </a:ext>
              </a:extLst>
            </p:cNvPr>
            <p:cNvSpPr/>
            <p:nvPr/>
          </p:nvSpPr>
          <p:spPr>
            <a:xfrm flipH="1" flipV="1">
              <a:off x="7525878" y="1661610"/>
              <a:ext cx="1408960" cy="1409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3D543D-28F6-8F58-072D-2F35854F339A}"/>
                </a:ext>
              </a:extLst>
            </p:cNvPr>
            <p:cNvSpPr/>
            <p:nvPr/>
          </p:nvSpPr>
          <p:spPr>
            <a:xfrm rot="2700000">
              <a:off x="5657818" y="2812387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D9F6401-41A8-FDE5-596C-B9F6B1FBE29D}"/>
                </a:ext>
              </a:extLst>
            </p:cNvPr>
            <p:cNvSpPr/>
            <p:nvPr/>
          </p:nvSpPr>
          <p:spPr>
            <a:xfrm flipH="1">
              <a:off x="6095237" y="3105335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>
                <a:latin typeface="Imag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2B957A-408F-1924-C656-ED0BFB2F534F}"/>
                </a:ext>
              </a:extLst>
            </p:cNvPr>
            <p:cNvSpPr/>
            <p:nvPr/>
          </p:nvSpPr>
          <p:spPr>
            <a:xfrm rot="18900000" flipV="1">
              <a:off x="4214621" y="2812387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818F47-3AD7-56C0-00A7-3FECC5063FE4}"/>
                </a:ext>
              </a:extLst>
            </p:cNvPr>
            <p:cNvSpPr/>
            <p:nvPr/>
          </p:nvSpPr>
          <p:spPr>
            <a:xfrm flipH="1" flipV="1">
              <a:off x="4634786" y="1661610"/>
              <a:ext cx="1408960" cy="1409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 dirty="0">
                <a:latin typeface="Imag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F748BC-DDB8-E451-730E-8D70A8457321}"/>
                </a:ext>
              </a:extLst>
            </p:cNvPr>
            <p:cNvSpPr/>
            <p:nvPr/>
          </p:nvSpPr>
          <p:spPr>
            <a:xfrm rot="2700000">
              <a:off x="2809941" y="2832013"/>
              <a:ext cx="799412" cy="550861"/>
            </a:xfrm>
            <a:custGeom>
              <a:avLst/>
              <a:gdLst>
                <a:gd name="connsiteX0" fmla="*/ 0 w 476251"/>
                <a:gd name="connsiteY0" fmla="*/ 0 h 268377"/>
                <a:gd name="connsiteX1" fmla="*/ 2728 w 476251"/>
                <a:gd name="connsiteY1" fmla="*/ 0 h 268377"/>
                <a:gd name="connsiteX2" fmla="*/ 48507 w 476251"/>
                <a:gd name="connsiteY2" fmla="*/ 37799 h 268377"/>
                <a:gd name="connsiteX3" fmla="*/ 238125 w 476251"/>
                <a:gd name="connsiteY3" fmla="*/ 95761 h 268377"/>
                <a:gd name="connsiteX4" fmla="*/ 427743 w 476251"/>
                <a:gd name="connsiteY4" fmla="*/ 37799 h 268377"/>
                <a:gd name="connsiteX5" fmla="*/ 473522 w 476251"/>
                <a:gd name="connsiteY5" fmla="*/ 0 h 268377"/>
                <a:gd name="connsiteX6" fmla="*/ 476251 w 476251"/>
                <a:gd name="connsiteY6" fmla="*/ 0 h 268377"/>
                <a:gd name="connsiteX7" fmla="*/ 476251 w 476251"/>
                <a:gd name="connsiteY7" fmla="*/ 268377 h 268377"/>
                <a:gd name="connsiteX8" fmla="*/ 473521 w 476251"/>
                <a:gd name="connsiteY8" fmla="*/ 268377 h 268377"/>
                <a:gd name="connsiteX9" fmla="*/ 427743 w 476251"/>
                <a:gd name="connsiteY9" fmla="*/ 230580 h 268377"/>
                <a:gd name="connsiteX10" fmla="*/ 238125 w 476251"/>
                <a:gd name="connsiteY10" fmla="*/ 172617 h 268377"/>
                <a:gd name="connsiteX11" fmla="*/ 48507 w 476251"/>
                <a:gd name="connsiteY11" fmla="*/ 230580 h 268377"/>
                <a:gd name="connsiteX12" fmla="*/ 2729 w 476251"/>
                <a:gd name="connsiteY12" fmla="*/ 268377 h 268377"/>
                <a:gd name="connsiteX13" fmla="*/ 0 w 476251"/>
                <a:gd name="connsiteY13" fmla="*/ 268377 h 26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1" h="268377">
                  <a:moveTo>
                    <a:pt x="0" y="0"/>
                  </a:moveTo>
                  <a:lnTo>
                    <a:pt x="2728" y="0"/>
                  </a:lnTo>
                  <a:lnTo>
                    <a:pt x="48507" y="37799"/>
                  </a:lnTo>
                  <a:cubicBezTo>
                    <a:pt x="102634" y="74393"/>
                    <a:pt x="167886" y="95761"/>
                    <a:pt x="238125" y="95761"/>
                  </a:cubicBezTo>
                  <a:cubicBezTo>
                    <a:pt x="308364" y="95761"/>
                    <a:pt x="373616" y="74393"/>
                    <a:pt x="427743" y="37799"/>
                  </a:cubicBezTo>
                  <a:lnTo>
                    <a:pt x="473522" y="0"/>
                  </a:lnTo>
                  <a:lnTo>
                    <a:pt x="476251" y="0"/>
                  </a:lnTo>
                  <a:lnTo>
                    <a:pt x="476251" y="268377"/>
                  </a:lnTo>
                  <a:lnTo>
                    <a:pt x="473521" y="268377"/>
                  </a:lnTo>
                  <a:lnTo>
                    <a:pt x="427743" y="230580"/>
                  </a:lnTo>
                  <a:cubicBezTo>
                    <a:pt x="373616" y="193985"/>
                    <a:pt x="308364" y="172617"/>
                    <a:pt x="238125" y="172617"/>
                  </a:cubicBezTo>
                  <a:cubicBezTo>
                    <a:pt x="167886" y="172617"/>
                    <a:pt x="102634" y="193985"/>
                    <a:pt x="48507" y="230580"/>
                  </a:cubicBezTo>
                  <a:lnTo>
                    <a:pt x="2729" y="268377"/>
                  </a:lnTo>
                  <a:lnTo>
                    <a:pt x="0" y="268377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914400" hangingPunct="1">
                <a:defRPr/>
              </a:pPr>
              <a:endParaRPr lang="en-ID" sz="36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2E03D9-32D8-7ED5-2219-08D1EFC68FFD}"/>
                </a:ext>
              </a:extLst>
            </p:cNvPr>
            <p:cNvSpPr/>
            <p:nvPr/>
          </p:nvSpPr>
          <p:spPr>
            <a:xfrm>
              <a:off x="1810550" y="1648090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 dirty="0">
                <a:solidFill>
                  <a:srgbClr val="FFFF00"/>
                </a:solidFill>
                <a:latin typeface="Imago" pitchFamily="2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6023391-DCF3-6EB9-87CD-F697B8662129}"/>
                </a:ext>
              </a:extLst>
            </p:cNvPr>
            <p:cNvSpPr/>
            <p:nvPr/>
          </p:nvSpPr>
          <p:spPr>
            <a:xfrm flipH="1">
              <a:off x="3233778" y="3105335"/>
              <a:ext cx="1408959" cy="140998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182880" tIns="91440" rIns="182880" bIns="9144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3600" dirty="0">
                <a:latin typeface="Imago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92D3B66-6644-49B7-C4A8-ED6DE89270E7}"/>
                </a:ext>
              </a:extLst>
            </p:cNvPr>
            <p:cNvSpPr/>
            <p:nvPr/>
          </p:nvSpPr>
          <p:spPr>
            <a:xfrm>
              <a:off x="1989294" y="1852780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ID" sz="2400" b="1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4FF6283-B2B7-8B98-5909-AC9C2CDBA15E}"/>
                </a:ext>
              </a:extLst>
            </p:cNvPr>
            <p:cNvSpPr/>
            <p:nvPr/>
          </p:nvSpPr>
          <p:spPr>
            <a:xfrm>
              <a:off x="4825817" y="1852780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ID" sz="2400" b="1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6A819FC-8F72-7D60-7CCF-CFAEEA1DFD0A}"/>
                </a:ext>
              </a:extLst>
            </p:cNvPr>
            <p:cNvSpPr/>
            <p:nvPr/>
          </p:nvSpPr>
          <p:spPr>
            <a:xfrm>
              <a:off x="7716909" y="1852780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2400" b="1">
                <a:latin typeface="Georgia" panose="02040502050405020303" pitchFamily="18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07466B-B015-62E7-78E0-00B82A1432DD}"/>
                </a:ext>
              </a:extLst>
            </p:cNvPr>
            <p:cNvSpPr/>
            <p:nvPr/>
          </p:nvSpPr>
          <p:spPr>
            <a:xfrm>
              <a:off x="3424808" y="3296504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ID" sz="2400" b="1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79ECD7-5CBF-7E27-DF6A-9E877931A935}"/>
                </a:ext>
              </a:extLst>
            </p:cNvPr>
            <p:cNvSpPr/>
            <p:nvPr/>
          </p:nvSpPr>
          <p:spPr>
            <a:xfrm>
              <a:off x="6318533" y="3296504"/>
              <a:ext cx="1026898" cy="1027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82880" tIns="91440" rIns="182880" bIns="9144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1828800" eaLnBrk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ID" sz="2400" b="1">
                <a:latin typeface="Georgia" panose="02040502050405020303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22F9090-1C40-DDC7-C605-3C4EFD5F7AC9}"/>
                </a:ext>
              </a:extLst>
            </p:cNvPr>
            <p:cNvSpPr txBox="1"/>
            <p:nvPr/>
          </p:nvSpPr>
          <p:spPr>
            <a:xfrm>
              <a:off x="2415128" y="2181936"/>
              <a:ext cx="175231" cy="30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1</a:t>
              </a:r>
              <a:endParaRPr lang="en-IN" sz="3200" b="1" dirty="0">
                <a:solidFill>
                  <a:srgbClr val="2A3353"/>
                </a:solidFill>
                <a:latin typeface="Montserrat" pitchFamily="2" charset="7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427E411-7FCF-5693-639D-198FC510C323}"/>
                </a:ext>
              </a:extLst>
            </p:cNvPr>
            <p:cNvSpPr txBox="1"/>
            <p:nvPr/>
          </p:nvSpPr>
          <p:spPr>
            <a:xfrm>
              <a:off x="3829878" y="3625660"/>
              <a:ext cx="216758" cy="30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2</a:t>
              </a:r>
              <a:endParaRPr lang="en-IN" sz="3200" b="1" dirty="0">
                <a:solidFill>
                  <a:srgbClr val="2A3353"/>
                </a:solidFill>
                <a:latin typeface="Montserrat" pitchFamily="2" charset="7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301794A-6227-8690-0DAA-BCCCD18E443D}"/>
                </a:ext>
              </a:extLst>
            </p:cNvPr>
            <p:cNvSpPr txBox="1"/>
            <p:nvPr/>
          </p:nvSpPr>
          <p:spPr>
            <a:xfrm>
              <a:off x="5230480" y="2181936"/>
              <a:ext cx="217573" cy="30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3</a:t>
              </a:r>
              <a:endParaRPr lang="en-IN" sz="3200" b="1" dirty="0">
                <a:solidFill>
                  <a:srgbClr val="2A3353"/>
                </a:solidFill>
                <a:latin typeface="Montserrat" pitchFamily="2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EF924E-96F8-23B8-E0EE-4F84962CDDB9}"/>
                </a:ext>
              </a:extLst>
            </p:cNvPr>
            <p:cNvSpPr txBox="1"/>
            <p:nvPr/>
          </p:nvSpPr>
          <p:spPr>
            <a:xfrm>
              <a:off x="6693475" y="3625660"/>
              <a:ext cx="277015" cy="340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3</a:t>
              </a:r>
              <a:r>
                <a:rPr lang="en-ID" sz="36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338B3E-C17B-B4A7-0E10-4C2AA963AF6C}"/>
                </a:ext>
              </a:extLst>
            </p:cNvPr>
            <p:cNvSpPr txBox="1"/>
            <p:nvPr/>
          </p:nvSpPr>
          <p:spPr>
            <a:xfrm>
              <a:off x="8082080" y="2181936"/>
              <a:ext cx="296557" cy="340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4</a:t>
              </a:r>
              <a:r>
                <a:rPr lang="en-ID" sz="3600" b="1" dirty="0">
                  <a:latin typeface="Georgia" panose="02040502050405020303" pitchFamily="18" charset="0"/>
                </a:rPr>
                <a:t>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83851C-F62A-896E-0182-2DEA0EC29C7E}"/>
                </a:ext>
              </a:extLst>
            </p:cNvPr>
            <p:cNvSpPr txBox="1"/>
            <p:nvPr/>
          </p:nvSpPr>
          <p:spPr>
            <a:xfrm>
              <a:off x="9560118" y="3625660"/>
              <a:ext cx="277015" cy="3403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D" sz="3200" b="1" dirty="0">
                  <a:solidFill>
                    <a:srgbClr val="2A3353"/>
                  </a:solidFill>
                  <a:latin typeface="Montserrat" pitchFamily="2" charset="77"/>
                </a:rPr>
                <a:t>5</a:t>
              </a:r>
              <a:r>
                <a:rPr lang="en-ID" sz="3600" b="1" dirty="0">
                  <a:latin typeface="Georgia" panose="02040502050405020303" pitchFamily="18" charset="0"/>
                </a:rPr>
                <a:t> 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6A2D37-0CF2-9349-193A-639C547DAE9F}"/>
                </a:ext>
              </a:extLst>
            </p:cNvPr>
            <p:cNvGrpSpPr/>
            <p:nvPr/>
          </p:nvGrpSpPr>
          <p:grpSpPr>
            <a:xfrm>
              <a:off x="1573086" y="5011221"/>
              <a:ext cx="1869879" cy="536650"/>
              <a:chOff x="1486917" y="3584150"/>
              <a:chExt cx="1869879" cy="536650"/>
            </a:xfrm>
          </p:grpSpPr>
          <p:sp>
            <p:nvSpPr>
              <p:cNvPr id="51" name="Google Shape;1094;p45">
                <a:extLst>
                  <a:ext uri="{FF2B5EF4-FFF2-40B4-BE49-F238E27FC236}">
                    <a16:creationId xmlns:a16="http://schemas.microsoft.com/office/drawing/2014/main" id="{F1FDB447-AE37-5366-ACC9-573DE7F2B65B}"/>
                  </a:ext>
                </a:extLst>
              </p:cNvPr>
              <p:cNvSpPr txBox="1"/>
              <p:nvPr/>
            </p:nvSpPr>
            <p:spPr>
              <a:xfrm>
                <a:off x="1525547" y="3584150"/>
                <a:ext cx="1792619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SG" sz="3200" b="1" dirty="0">
                    <a:latin typeface="Montserrat Regular" panose="00000500000000000000" pitchFamily="2" charset="0"/>
                  </a:rPr>
                  <a:t>Identify business goals, use cases and challenges</a:t>
                </a:r>
                <a:endParaRPr lang="en-US" sz="3200" b="1" dirty="0">
                  <a:solidFill>
                    <a:srgbClr val="2A3353"/>
                  </a:solidFill>
                  <a:latin typeface="Montserrat" pitchFamily="2" charset="77"/>
                  <a:sym typeface="Fira Sans Extra Condensed SemiBold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80F2810-5630-5ADB-EFD1-10397513ED0D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F6B229F-3B04-9862-1A5B-184CE6DC65C0}"/>
                </a:ext>
              </a:extLst>
            </p:cNvPr>
            <p:cNvGrpSpPr/>
            <p:nvPr/>
          </p:nvGrpSpPr>
          <p:grpSpPr>
            <a:xfrm>
              <a:off x="3003317" y="5865311"/>
              <a:ext cx="1986806" cy="536650"/>
              <a:chOff x="1486917" y="3584150"/>
              <a:chExt cx="1986806" cy="536650"/>
            </a:xfrm>
          </p:grpSpPr>
          <p:sp>
            <p:nvSpPr>
              <p:cNvPr id="49" name="Google Shape;1094;p45">
                <a:extLst>
                  <a:ext uri="{FF2B5EF4-FFF2-40B4-BE49-F238E27FC236}">
                    <a16:creationId xmlns:a16="http://schemas.microsoft.com/office/drawing/2014/main" id="{ED825BA7-03F3-5A22-6C09-8747713DC0B4}"/>
                  </a:ext>
                </a:extLst>
              </p:cNvPr>
              <p:cNvSpPr txBox="1"/>
              <p:nvPr/>
            </p:nvSpPr>
            <p:spPr>
              <a:xfrm>
                <a:off x="1681104" y="3584150"/>
                <a:ext cx="1792619" cy="282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SG" sz="3200" b="1" dirty="0">
                    <a:latin typeface="Montserrat Regular" panose="00000500000000000000" pitchFamily="2" charset="0"/>
                  </a:rPr>
                  <a:t>Identify the optimal AI modal</a:t>
                </a:r>
              </a:p>
              <a:p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Cond" panose="02040506050405020303" pitchFamily="18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6C0C6CC-DF64-B62D-68CE-98F16615C570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1981CDE-D5AE-8D09-7D1B-38549755406F}"/>
                </a:ext>
              </a:extLst>
            </p:cNvPr>
            <p:cNvGrpSpPr/>
            <p:nvPr/>
          </p:nvGrpSpPr>
          <p:grpSpPr>
            <a:xfrm>
              <a:off x="4404326" y="5011221"/>
              <a:ext cx="1869879" cy="536650"/>
              <a:chOff x="1486917" y="3584150"/>
              <a:chExt cx="1869879" cy="536650"/>
            </a:xfrm>
          </p:grpSpPr>
          <p:sp>
            <p:nvSpPr>
              <p:cNvPr id="47" name="Google Shape;1094;p45">
                <a:extLst>
                  <a:ext uri="{FF2B5EF4-FFF2-40B4-BE49-F238E27FC236}">
                    <a16:creationId xmlns:a16="http://schemas.microsoft.com/office/drawing/2014/main" id="{DEE83295-1C99-3D52-C984-FCCD93A84402}"/>
                  </a:ext>
                </a:extLst>
              </p:cNvPr>
              <p:cNvSpPr txBox="1"/>
              <p:nvPr/>
            </p:nvSpPr>
            <p:spPr>
              <a:xfrm>
                <a:off x="1525547" y="3584150"/>
                <a:ext cx="1792619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SG" sz="3200" b="1" dirty="0">
                    <a:latin typeface="Montserrat Regular" panose="00000500000000000000" pitchFamily="2" charset="0"/>
                  </a:rPr>
                  <a:t>Buy versus Build</a:t>
                </a:r>
                <a:r>
                  <a:rPr lang="en-US" sz="2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" panose="02040502050405020303" pitchFamily="18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 </a:t>
                </a:r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Cond" panose="02040506050405020303" pitchFamily="18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B1BBB59-A8FD-C855-16B2-4FDF6C8476FD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kern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 Pro Light" panose="02040302050405020303" pitchFamily="18" charset="0"/>
                  </a:rPr>
                  <a:t>. </a:t>
                </a:r>
                <a:endParaRPr 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8E37BB5-614C-3C7F-9A55-72C2DB63A9F2}"/>
                </a:ext>
              </a:extLst>
            </p:cNvPr>
            <p:cNvGrpSpPr/>
            <p:nvPr/>
          </p:nvGrpSpPr>
          <p:grpSpPr>
            <a:xfrm>
              <a:off x="7295418" y="5011221"/>
              <a:ext cx="1869879" cy="536650"/>
              <a:chOff x="1486917" y="3584150"/>
              <a:chExt cx="1869879" cy="536650"/>
            </a:xfrm>
          </p:grpSpPr>
          <p:sp>
            <p:nvSpPr>
              <p:cNvPr id="45" name="Google Shape;1094;p45">
                <a:extLst>
                  <a:ext uri="{FF2B5EF4-FFF2-40B4-BE49-F238E27FC236}">
                    <a16:creationId xmlns:a16="http://schemas.microsoft.com/office/drawing/2014/main" id="{E7F3C42E-ECB1-4324-5161-95A2749ED888}"/>
                  </a:ext>
                </a:extLst>
              </p:cNvPr>
              <p:cNvSpPr txBox="1"/>
              <p:nvPr/>
            </p:nvSpPr>
            <p:spPr>
              <a:xfrm>
                <a:off x="1681104" y="3584150"/>
                <a:ext cx="1481504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US" sz="3200" b="1" dirty="0">
                    <a:solidFill>
                      <a:srgbClr val="2A3353"/>
                    </a:solidFill>
                    <a:latin typeface="Montserrat Regular" panose="00000500000000000000" pitchFamily="2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POC to Production</a:t>
                </a:r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ontserrat Regular" panose="00000500000000000000" pitchFamily="2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4CCCA6-90F2-3385-7B76-E57448AB053B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42B9158-B89F-7ACB-767A-40D4E3700F64}"/>
                </a:ext>
              </a:extLst>
            </p:cNvPr>
            <p:cNvGrpSpPr/>
            <p:nvPr/>
          </p:nvGrpSpPr>
          <p:grpSpPr>
            <a:xfrm>
              <a:off x="5864776" y="5511120"/>
              <a:ext cx="1869879" cy="890841"/>
              <a:chOff x="1486917" y="3229959"/>
              <a:chExt cx="1869879" cy="890841"/>
            </a:xfrm>
          </p:grpSpPr>
          <p:sp>
            <p:nvSpPr>
              <p:cNvPr id="43" name="Google Shape;1094;p45">
                <a:extLst>
                  <a:ext uri="{FF2B5EF4-FFF2-40B4-BE49-F238E27FC236}">
                    <a16:creationId xmlns:a16="http://schemas.microsoft.com/office/drawing/2014/main" id="{2B231204-5C54-DEE3-BBA1-5CD6E4FDA3A2}"/>
                  </a:ext>
                </a:extLst>
              </p:cNvPr>
              <p:cNvSpPr txBox="1"/>
              <p:nvPr/>
            </p:nvSpPr>
            <p:spPr>
              <a:xfrm>
                <a:off x="1490283" y="3229959"/>
                <a:ext cx="1792619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SG" sz="2800" b="1" dirty="0">
                    <a:latin typeface="Montserrat Regular" panose="00000500000000000000" pitchFamily="2" charset="0"/>
                  </a:rPr>
                  <a:t>Test and validate</a:t>
                </a:r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Cond" panose="02040506050405020303" pitchFamily="18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AA3DFE-4EC0-BDA9-25E9-C1E8AC1DCBE1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A5E9912-BA4E-C6A5-3D83-319508078F0B}"/>
                </a:ext>
              </a:extLst>
            </p:cNvPr>
            <p:cNvGrpSpPr/>
            <p:nvPr/>
          </p:nvGrpSpPr>
          <p:grpSpPr>
            <a:xfrm>
              <a:off x="8763684" y="5865311"/>
              <a:ext cx="1869879" cy="536650"/>
              <a:chOff x="1486917" y="3584150"/>
              <a:chExt cx="1869879" cy="536650"/>
            </a:xfrm>
          </p:grpSpPr>
          <p:sp>
            <p:nvSpPr>
              <p:cNvPr id="41" name="Google Shape;1094;p45">
                <a:extLst>
                  <a:ext uri="{FF2B5EF4-FFF2-40B4-BE49-F238E27FC236}">
                    <a16:creationId xmlns:a16="http://schemas.microsoft.com/office/drawing/2014/main" id="{8EC689C9-D01C-7686-142F-A5E964F7CB81}"/>
                  </a:ext>
                </a:extLst>
              </p:cNvPr>
              <p:cNvSpPr txBox="1"/>
              <p:nvPr/>
            </p:nvSpPr>
            <p:spPr>
              <a:xfrm>
                <a:off x="1681104" y="3584150"/>
                <a:ext cx="1675692" cy="33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82850" tIns="182850" rIns="182850" bIns="182850" anchor="ctr" anchorCtr="0">
                <a:noAutofit/>
              </a:bodyPr>
              <a:lstStyle/>
              <a:p>
                <a:r>
                  <a:rPr lang="en-SG" sz="3200" b="1" dirty="0">
                    <a:latin typeface="Montserrat Regular" panose="00000500000000000000" pitchFamily="2" charset="0"/>
                  </a:rPr>
                  <a:t>Training and Pilot Testing</a:t>
                </a:r>
              </a:p>
              <a:p>
                <a:r>
                  <a:rPr lang="en-US" sz="2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" panose="02040502050405020303" pitchFamily="18" charset="0"/>
                    <a:ea typeface="Fira Sans Extra Condensed SemiBold"/>
                    <a:cs typeface="Fira Sans Extra Condensed SemiBold"/>
                    <a:sym typeface="Fira Sans Extra Condensed SemiBold"/>
                  </a:rPr>
                  <a:t>  </a:t>
                </a:r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Cond" panose="02040506050405020303" pitchFamily="18" charset="0"/>
                  <a:ea typeface="Fira Sans Extra Condensed SemiBold"/>
                  <a:cs typeface="Fira Sans Extra Condensed SemiBold"/>
                  <a:sym typeface="Fira Sans Extra Condensed SemiBold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56674A8-AC76-3D33-1E37-BDDD458F7E1B}"/>
                  </a:ext>
                </a:extLst>
              </p:cNvPr>
              <p:cNvSpPr txBox="1"/>
              <p:nvPr/>
            </p:nvSpPr>
            <p:spPr>
              <a:xfrm>
                <a:off x="1486917" y="3889967"/>
                <a:ext cx="186987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kern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 Pro Light" panose="02040302050405020303" pitchFamily="18" charset="0"/>
                  </a:rPr>
                  <a:t> </a:t>
                </a:r>
                <a:endParaRPr 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 Pro Light" panose="02040302050405020303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279183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FD57CD1-9352-45E3-8498-144F6730B775}"/>
              </a:ext>
            </a:extLst>
          </p:cNvPr>
          <p:cNvSpPr/>
          <p:nvPr/>
        </p:nvSpPr>
        <p:spPr>
          <a:xfrm>
            <a:off x="1807233" y="4794284"/>
            <a:ext cx="6000486" cy="2400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Montserrat Regular" panose="00000500000000000000" pitchFamily="2" charset="0"/>
              </a:rPr>
              <a:t>Create a client profile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Montserrat Regular" panose="00000500000000000000" pitchFamily="2" charset="0"/>
              </a:rPr>
              <a:t>Automated meeting notes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Montserrat Regular" panose="00000500000000000000" pitchFamily="2" charset="0"/>
              </a:rPr>
              <a:t>Create effective sales collaterals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25459-2169-45C9-BEC5-EB177AD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478" y="955565"/>
            <a:ext cx="20128213" cy="816088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Generative AI Use Cases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40F97D-99CA-40D9-87CF-79E142D15469}"/>
              </a:ext>
            </a:extLst>
          </p:cNvPr>
          <p:cNvSpPr/>
          <p:nvPr/>
        </p:nvSpPr>
        <p:spPr>
          <a:xfrm>
            <a:off x="1990365" y="2849486"/>
            <a:ext cx="3856383" cy="181588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4000" b="1" dirty="0">
              <a:solidFill>
                <a:schemeClr val="bg1"/>
              </a:solidFill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Sales</a:t>
            </a:r>
            <a:r>
              <a:rPr lang="en-US" sz="4400" b="1" dirty="0">
                <a:solidFill>
                  <a:schemeClr val="bg1"/>
                </a:solidFill>
                <a:latin typeface="Montserrat Regular"/>
              </a:rPr>
              <a:t> </a:t>
            </a:r>
            <a:r>
              <a:rPr lang="en-US" sz="4800" b="1" dirty="0">
                <a:solidFill>
                  <a:schemeClr val="bg1"/>
                </a:solidFill>
                <a:latin typeface="Montserrat Regular"/>
              </a:rPr>
              <a:t>	</a:t>
            </a: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20F38-AE0C-4576-8C73-C5F220D0DC58}"/>
              </a:ext>
            </a:extLst>
          </p:cNvPr>
          <p:cNvSpPr/>
          <p:nvPr/>
        </p:nvSpPr>
        <p:spPr>
          <a:xfrm>
            <a:off x="9159671" y="2810813"/>
            <a:ext cx="3974612" cy="181588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chemeClr val="bg1"/>
                </a:solidFill>
                <a:latin typeface="Montserrat Regular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Marketing</a:t>
            </a:r>
            <a:r>
              <a:rPr lang="en-US" sz="4400" b="1" dirty="0">
                <a:solidFill>
                  <a:schemeClr val="bg1"/>
                </a:solidFill>
                <a:latin typeface="Montserrat Regular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			</a:t>
            </a:r>
            <a:endParaRPr kumimoji="0" lang="en-IN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47494-2211-44B2-AEDE-CC5903F84D86}"/>
              </a:ext>
            </a:extLst>
          </p:cNvPr>
          <p:cNvSpPr/>
          <p:nvPr/>
        </p:nvSpPr>
        <p:spPr>
          <a:xfrm>
            <a:off x="16326441" y="2800618"/>
            <a:ext cx="4235243" cy="1763907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ontserrat Regular"/>
              <a:sym typeface="Helvetica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Recruitment</a:t>
            </a:r>
            <a:endParaRPr kumimoji="0" lang="en-US" sz="4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ontserrat Regular"/>
              <a:sym typeface="Helvetica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58DF1A-2441-4B07-98CD-23567DAD8F07}"/>
              </a:ext>
            </a:extLst>
          </p:cNvPr>
          <p:cNvCxnSpPr>
            <a:cxnSpLocks/>
          </p:cNvCxnSpPr>
          <p:nvPr/>
        </p:nvCxnSpPr>
        <p:spPr>
          <a:xfrm>
            <a:off x="8123239" y="2831888"/>
            <a:ext cx="0" cy="5527964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0F15A3-260F-4884-87D3-074F6F74160C}"/>
              </a:ext>
            </a:extLst>
          </p:cNvPr>
          <p:cNvCxnSpPr>
            <a:cxnSpLocks/>
          </p:cNvCxnSpPr>
          <p:nvPr/>
        </p:nvCxnSpPr>
        <p:spPr>
          <a:xfrm>
            <a:off x="15021965" y="2800618"/>
            <a:ext cx="19884" cy="5274797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01BBC8-6F1E-4767-87EE-A12B70F42693}"/>
              </a:ext>
            </a:extLst>
          </p:cNvPr>
          <p:cNvSpPr/>
          <p:nvPr/>
        </p:nvSpPr>
        <p:spPr>
          <a:xfrm>
            <a:off x="8976756" y="4840329"/>
            <a:ext cx="6005459" cy="16004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Content Creation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Social Media Sentiment Analysis</a:t>
            </a:r>
            <a:endParaRPr lang="en-IN" sz="2600" dirty="0">
              <a:latin typeface="Montserrat Regular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7F5BF-1E5F-4F22-92CE-38B60BCB23D7}"/>
              </a:ext>
            </a:extLst>
          </p:cNvPr>
          <p:cNvSpPr/>
          <p:nvPr/>
        </p:nvSpPr>
        <p:spPr>
          <a:xfrm>
            <a:off x="16096164" y="4822972"/>
            <a:ext cx="6632068" cy="2400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Montserrat Regular" panose="00000500000000000000" pitchFamily="2" charset="0"/>
              </a:rPr>
              <a:t>Resume Screening and Matching 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Montserrat Regular" panose="00000500000000000000" pitchFamily="2" charset="0"/>
              </a:rPr>
              <a:t>Profile Enhancement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Resume Summary</a:t>
            </a:r>
            <a:endParaRPr lang="en-IN" sz="2600" dirty="0">
              <a:latin typeface="Montserrat Regular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5D4C70-FF26-4618-1B0F-C7E461F024BF}"/>
              </a:ext>
            </a:extLst>
          </p:cNvPr>
          <p:cNvSpPr/>
          <p:nvPr/>
        </p:nvSpPr>
        <p:spPr>
          <a:xfrm>
            <a:off x="1800613" y="9921501"/>
            <a:ext cx="5647116" cy="3200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Montserrat Regular" panose="00000500000000000000" pitchFamily="2" charset="0"/>
              </a:rPr>
              <a:t>Create employee orientation materials, onboarding plan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Montserrat Regular" panose="00000500000000000000" pitchFamily="2" charset="0"/>
              </a:rPr>
              <a:t>Performance review analysis &amp; create a training plan </a:t>
            </a:r>
            <a:endParaRPr lang="en-SG" sz="2600" dirty="0">
              <a:latin typeface="Montserrat Regular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FC24F-E9BC-1651-4826-65DE003362A8}"/>
              </a:ext>
            </a:extLst>
          </p:cNvPr>
          <p:cNvSpPr/>
          <p:nvPr/>
        </p:nvSpPr>
        <p:spPr>
          <a:xfrm>
            <a:off x="1999190" y="7988733"/>
            <a:ext cx="3904637" cy="1877437"/>
          </a:xfrm>
          <a:prstGeom prst="rect">
            <a:avLst/>
          </a:prstGeom>
          <a:solidFill>
            <a:srgbClr val="0D8577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SG" sz="4400" b="1" dirty="0">
              <a:latin typeface="Montserrat Regular" panose="00000500000000000000" pitchFamily="2" charset="0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HR</a:t>
            </a:r>
            <a:r>
              <a:rPr lang="en-US" sz="4800" b="1" dirty="0">
                <a:solidFill>
                  <a:schemeClr val="bg1"/>
                </a:solidFill>
                <a:latin typeface="Montserrat Regular"/>
              </a:rPr>
              <a:t>	</a:t>
            </a: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EC7224-8A50-2456-18FF-10DE20CDB322}"/>
              </a:ext>
            </a:extLst>
          </p:cNvPr>
          <p:cNvSpPr/>
          <p:nvPr/>
        </p:nvSpPr>
        <p:spPr>
          <a:xfrm>
            <a:off x="9283719" y="7968970"/>
            <a:ext cx="4047839" cy="1815882"/>
          </a:xfrm>
          <a:prstGeom prst="rect">
            <a:avLst/>
          </a:prstGeom>
          <a:solidFill>
            <a:srgbClr val="FFD347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chemeClr val="bg1"/>
                </a:solidFill>
                <a:latin typeface="Montserrat Regular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Finance</a:t>
            </a:r>
            <a:r>
              <a:rPr lang="en-US" sz="4400" b="1" dirty="0">
                <a:solidFill>
                  <a:schemeClr val="bg1"/>
                </a:solidFill>
                <a:latin typeface="Montserrat Regular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			</a:t>
            </a:r>
            <a:endParaRPr kumimoji="0" lang="en-IN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C1199D-CC66-38BD-7348-B85EC3F59824}"/>
              </a:ext>
            </a:extLst>
          </p:cNvPr>
          <p:cNvSpPr/>
          <p:nvPr/>
        </p:nvSpPr>
        <p:spPr>
          <a:xfrm>
            <a:off x="16314825" y="7860068"/>
            <a:ext cx="4372690" cy="2293789"/>
          </a:xfrm>
          <a:prstGeom prst="rect">
            <a:avLst/>
          </a:prstGeom>
          <a:solidFill>
            <a:srgbClr val="9D098B"/>
          </a:solidFill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ontserrat Regular"/>
              <a:sym typeface="Helvetica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000" b="1" dirty="0">
                <a:latin typeface="Montserrat Regular" panose="00000500000000000000" pitchFamily="2" charset="0"/>
              </a:rPr>
              <a:t>Software Engineering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ontserrat Regular"/>
              <a:sym typeface="Helvetica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AB5E91-E8EE-6689-B8AD-57D45260FA1B}"/>
              </a:ext>
            </a:extLst>
          </p:cNvPr>
          <p:cNvCxnSpPr>
            <a:cxnSpLocks/>
          </p:cNvCxnSpPr>
          <p:nvPr/>
        </p:nvCxnSpPr>
        <p:spPr>
          <a:xfrm flipH="1">
            <a:off x="8103356" y="8350628"/>
            <a:ext cx="19878" cy="4771749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F6A03E-43A7-044D-983D-085F3C9124E9}"/>
              </a:ext>
            </a:extLst>
          </p:cNvPr>
          <p:cNvCxnSpPr>
            <a:cxnSpLocks/>
          </p:cNvCxnSpPr>
          <p:nvPr/>
        </p:nvCxnSpPr>
        <p:spPr>
          <a:xfrm>
            <a:off x="15041849" y="8100809"/>
            <a:ext cx="0" cy="5021568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0071016-4C19-41E4-AC43-DEEBA7CC8FA6}"/>
              </a:ext>
            </a:extLst>
          </p:cNvPr>
          <p:cNvSpPr/>
          <p:nvPr/>
        </p:nvSpPr>
        <p:spPr>
          <a:xfrm>
            <a:off x="8986317" y="9921501"/>
            <a:ext cx="6005459" cy="2400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Fraud detection &amp; prevention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Predictive financial models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Report analysis</a:t>
            </a:r>
            <a:endParaRPr lang="en-IN" sz="2600" dirty="0">
              <a:latin typeface="Montserrat Regular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B26EE-25C2-DA52-E2C0-CB9B158634BE}"/>
              </a:ext>
            </a:extLst>
          </p:cNvPr>
          <p:cNvSpPr/>
          <p:nvPr/>
        </p:nvSpPr>
        <p:spPr>
          <a:xfrm>
            <a:off x="16096152" y="10153857"/>
            <a:ext cx="6487234" cy="2400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Code generation and refactoring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Automated testing plan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600" dirty="0">
                <a:latin typeface="Montserrat Regular" panose="00000500000000000000" pitchFamily="2" charset="0"/>
              </a:rPr>
              <a:t> Auto-documentation 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76FBC0A-1798-4492-2BD1-877454163E7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90066" y="1763322"/>
            <a:ext cx="20357456" cy="67102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SG" dirty="0"/>
              <a:t>Business Operation Functions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873A79-EF57-3543-36BA-3851B9F78D9C}"/>
              </a:ext>
            </a:extLst>
          </p:cNvPr>
          <p:cNvCxnSpPr>
            <a:cxnSpLocks/>
          </p:cNvCxnSpPr>
          <p:nvPr/>
        </p:nvCxnSpPr>
        <p:spPr>
          <a:xfrm>
            <a:off x="1204630" y="7374835"/>
            <a:ext cx="6898726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8F368F-3435-3177-2744-B4B4C3A7A24C}"/>
              </a:ext>
            </a:extLst>
          </p:cNvPr>
          <p:cNvCxnSpPr>
            <a:cxnSpLocks/>
          </p:cNvCxnSpPr>
          <p:nvPr/>
        </p:nvCxnSpPr>
        <p:spPr>
          <a:xfrm>
            <a:off x="8123239" y="7374835"/>
            <a:ext cx="6898726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4ED455-7B74-477C-120E-24F520E08757}"/>
              </a:ext>
            </a:extLst>
          </p:cNvPr>
          <p:cNvCxnSpPr>
            <a:cxnSpLocks/>
          </p:cNvCxnSpPr>
          <p:nvPr/>
        </p:nvCxnSpPr>
        <p:spPr>
          <a:xfrm>
            <a:off x="15041849" y="7374835"/>
            <a:ext cx="6898726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270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01EF-190C-EAC8-79F6-38445C76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Apar’s Business Value Chain &amp; Solutions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3B4D1-784E-C1B0-0D36-70259E88E7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SG" dirty="0"/>
              <a:t>Sales &amp; Recruitment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6F7B4A-0AE9-8793-F2A4-E77F6085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62" y="8392099"/>
            <a:ext cx="19762116" cy="406271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8E6825A-0236-CF66-B681-015F3C073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" t="7306" r="2300" b="7938"/>
          <a:stretch/>
        </p:blipFill>
        <p:spPr bwMode="auto">
          <a:xfrm>
            <a:off x="1729408" y="2773213"/>
            <a:ext cx="19981970" cy="422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4FDEA3-7169-3BC4-DFB0-AA34933128B4}"/>
              </a:ext>
            </a:extLst>
          </p:cNvPr>
          <p:cNvSpPr/>
          <p:nvPr/>
        </p:nvSpPr>
        <p:spPr>
          <a:xfrm>
            <a:off x="1911067" y="6885015"/>
            <a:ext cx="19618651" cy="7435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Generative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AI Capability 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17BC83-CEE8-BEB9-7417-654DA68277CA}"/>
              </a:ext>
            </a:extLst>
          </p:cNvPr>
          <p:cNvSpPr/>
          <p:nvPr/>
        </p:nvSpPr>
        <p:spPr>
          <a:xfrm>
            <a:off x="2010634" y="12454814"/>
            <a:ext cx="19557279" cy="80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Generative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AI Capability 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0018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2B2EAA-57BE-C5EA-C484-5FB7809CE1B5}"/>
              </a:ext>
            </a:extLst>
          </p:cNvPr>
          <p:cNvSpPr/>
          <p:nvPr/>
        </p:nvSpPr>
        <p:spPr>
          <a:xfrm>
            <a:off x="12895355" y="5625546"/>
            <a:ext cx="7460973" cy="550271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tx2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SG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DF887-35B9-4F8B-743A-A58D3C0DB786}"/>
              </a:ext>
            </a:extLst>
          </p:cNvPr>
          <p:cNvSpPr/>
          <p:nvPr/>
        </p:nvSpPr>
        <p:spPr>
          <a:xfrm>
            <a:off x="4731026" y="5625547"/>
            <a:ext cx="7460973" cy="550271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tx2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SG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7E4CF-B129-63AC-ACC0-8D760EA4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Generative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BFB3F-1A57-393B-F148-CBB0C600E9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Use Cases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E3C45-EE94-0910-A253-EFC1040B79B0}"/>
              </a:ext>
            </a:extLst>
          </p:cNvPr>
          <p:cNvSpPr txBox="1"/>
          <p:nvPr/>
        </p:nvSpPr>
        <p:spPr>
          <a:xfrm>
            <a:off x="10261170" y="1926801"/>
            <a:ext cx="3856383" cy="21924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457200">
              <a:lnSpc>
                <a:spcPct val="200000"/>
              </a:lnSpc>
            </a:pPr>
            <a:r>
              <a:rPr lang="en-US" sz="8000" b="1" dirty="0">
                <a:latin typeface="Montserrat Regular" panose="00000500000000000000" pitchFamily="2" charset="0"/>
              </a:rPr>
              <a:t> DEMO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ED2D4-7B50-62BE-690E-1112CDAC8FDA}"/>
              </a:ext>
            </a:extLst>
          </p:cNvPr>
          <p:cNvSpPr/>
          <p:nvPr/>
        </p:nvSpPr>
        <p:spPr>
          <a:xfrm>
            <a:off x="5339868" y="8638116"/>
            <a:ext cx="6476756" cy="18466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Montserrat Regular" panose="00000500000000000000" pitchFamily="2" charset="0"/>
              </a:rPr>
              <a:t>Create a client profile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Montserrat Regular" panose="00000500000000000000" pitchFamily="2" charset="0"/>
              </a:rPr>
              <a:t>Auto generated meeting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AC1C9F-0D2C-AE3D-D121-04DF7FD3EBDC}"/>
              </a:ext>
            </a:extLst>
          </p:cNvPr>
          <p:cNvSpPr/>
          <p:nvPr/>
        </p:nvSpPr>
        <p:spPr>
          <a:xfrm>
            <a:off x="13160172" y="8596743"/>
            <a:ext cx="7029516" cy="18466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Montserrat Regular" panose="00000500000000000000" pitchFamily="2" charset="0"/>
              </a:rPr>
              <a:t>Resume Screening and Matching 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Montserrat Regular" panose="00000500000000000000" pitchFamily="2" charset="0"/>
              </a:rPr>
              <a:t>Profile Enhancement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1E0EB-8672-735D-F2D3-1514A484DAD7}"/>
              </a:ext>
            </a:extLst>
          </p:cNvPr>
          <p:cNvSpPr/>
          <p:nvPr/>
        </p:nvSpPr>
        <p:spPr>
          <a:xfrm>
            <a:off x="6264963" y="6223891"/>
            <a:ext cx="3856383" cy="181588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4000" b="1" dirty="0">
              <a:solidFill>
                <a:schemeClr val="bg1"/>
              </a:solidFill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Sales</a:t>
            </a:r>
            <a:r>
              <a:rPr lang="en-US" sz="4400" b="1" dirty="0">
                <a:solidFill>
                  <a:schemeClr val="bg1"/>
                </a:solidFill>
                <a:latin typeface="Montserrat Regular"/>
              </a:rPr>
              <a:t> </a:t>
            </a:r>
            <a:r>
              <a:rPr lang="en-US" sz="4800" b="1" dirty="0">
                <a:solidFill>
                  <a:schemeClr val="bg1"/>
                </a:solidFill>
                <a:latin typeface="Montserrat Regular"/>
              </a:rPr>
              <a:t>	</a:t>
            </a: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2758A-A086-9F78-E8EA-9DCE7F9137EE}"/>
              </a:ext>
            </a:extLst>
          </p:cNvPr>
          <p:cNvSpPr/>
          <p:nvPr/>
        </p:nvSpPr>
        <p:spPr>
          <a:xfrm>
            <a:off x="14640628" y="6275866"/>
            <a:ext cx="4235243" cy="1763907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ontserrat Regular"/>
              <a:sym typeface="Helvetica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SG" sz="4400" b="1" dirty="0">
                <a:latin typeface="Montserrat Regular" panose="00000500000000000000" pitchFamily="2" charset="0"/>
              </a:rPr>
              <a:t>Recruitment</a:t>
            </a:r>
            <a:endParaRPr kumimoji="0" lang="en-US" sz="4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ontserrat Regular"/>
              <a:sym typeface="Helvetica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56072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3BB7-8FC5-51C2-80E9-95C69BE0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Path Forward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1E6FD-0665-AC06-2A48-0BCB68972FC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Autofit/>
          </a:bodyPr>
          <a:lstStyle/>
          <a:p>
            <a:r>
              <a:rPr lang="en-SG" dirty="0"/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2866F-091B-2ECC-29DC-CA6DEF2616A7}"/>
              </a:ext>
            </a:extLst>
          </p:cNvPr>
          <p:cNvSpPr txBox="1"/>
          <p:nvPr/>
        </p:nvSpPr>
        <p:spPr>
          <a:xfrm>
            <a:off x="1454043" y="3221191"/>
            <a:ext cx="11645731" cy="85290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914400" indent="-914400" algn="l" defTabSz="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Montserrat Regular" panose="00000500000000000000" pitchFamily="2" charset="0"/>
              </a:rPr>
              <a:t>Set up organization-level direction in Gen AI – training, policies, etc.</a:t>
            </a:r>
          </a:p>
          <a:p>
            <a:pPr marL="914400" indent="-914400" algn="l" defTabSz="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Montserrat Regular" panose="00000500000000000000" pitchFamily="2" charset="0"/>
              </a:rPr>
              <a:t>Set priority within use cases for implementation</a:t>
            </a:r>
          </a:p>
          <a:p>
            <a:pPr marL="914400" lvl="0" indent="-914400" algn="l" defTabSz="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Montserrat Regular" panose="00000500000000000000" pitchFamily="2" charset="0"/>
              </a:rPr>
              <a:t>COTS versus custom solutions/build analysis </a:t>
            </a:r>
          </a:p>
          <a:p>
            <a:pPr marL="914400" lvl="0" indent="-914400" algn="l" defTabSz="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Montserrat Regular" panose="00000500000000000000" pitchFamily="2" charset="0"/>
              </a:rPr>
              <a:t>Core team formation &amp; project execution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4CC893-C1BE-D162-9199-3484BE48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435" y="3546575"/>
            <a:ext cx="10701550" cy="800269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4174981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84D5-7628-B54D-95B1-2AB7837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Accelerate Agility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D1658-5BFC-714F-AA70-40F261B8573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57275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D07742F449B42BBA641124BC717ED" ma:contentTypeVersion="10" ma:contentTypeDescription="Create a new document." ma:contentTypeScope="" ma:versionID="5d1af81c134570b4ffe3b8530b970a5c">
  <xsd:schema xmlns:xsd="http://www.w3.org/2001/XMLSchema" xmlns:xs="http://www.w3.org/2001/XMLSchema" xmlns:p="http://schemas.microsoft.com/office/2006/metadata/properties" xmlns:ns2="c2552936-6734-448e-9469-5e3aad52e0c3" xmlns:ns3="e69321fd-a725-47c3-bcf4-495e30c6331b" targetNamespace="http://schemas.microsoft.com/office/2006/metadata/properties" ma:root="true" ma:fieldsID="b79bbda5e6fc133566c9f3eb7a3c9da3" ns2:_="" ns3:_="">
    <xsd:import namespace="c2552936-6734-448e-9469-5e3aad52e0c3"/>
    <xsd:import namespace="e69321fd-a725-47c3-bcf4-495e30c633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552936-6734-448e-9469-5e3aad52e0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f141126-33bd-4bc7-ad06-fe6731bbf6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321fd-a725-47c3-bcf4-495e30c6331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267be81-e6c6-46e8-a4d1-f6a5fab0f8fe}" ma:internalName="TaxCatchAll" ma:showField="CatchAllData" ma:web="e69321fd-a725-47c3-bcf4-495e30c633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CD98EE-48C0-487D-96EE-9C88377A5B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092527-D320-413D-8656-5BE24D440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552936-6734-448e-9469-5e3aad52e0c3"/>
    <ds:schemaRef ds:uri="e69321fd-a725-47c3-bcf4-495e30c633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19312</TotalTime>
  <Words>600</Words>
  <Application>Microsoft Office PowerPoint</Application>
  <PresentationFormat>Custom</PresentationFormat>
  <Paragraphs>134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Fira Sans Extra Condensed SemiBold</vt:lpstr>
      <vt:lpstr>Helvetica Neue Light</vt:lpstr>
      <vt:lpstr>Imago</vt:lpstr>
      <vt:lpstr>var(--artdeco-reset-typography-font-family-sans)</vt:lpstr>
      <vt:lpstr>Arial</vt:lpstr>
      <vt:lpstr>Calibri</vt:lpstr>
      <vt:lpstr>Georgia</vt:lpstr>
      <vt:lpstr>Georgia Pro Cond</vt:lpstr>
      <vt:lpstr>Georgia Pro Light</vt:lpstr>
      <vt:lpstr>Helvetica</vt:lpstr>
      <vt:lpstr>Montserrat</vt:lpstr>
      <vt:lpstr>Montserrat ExtraBold</vt:lpstr>
      <vt:lpstr>Montserrat Regular</vt:lpstr>
      <vt:lpstr>Roboto</vt:lpstr>
      <vt:lpstr>Times New Roman</vt:lpstr>
      <vt:lpstr>White</vt:lpstr>
      <vt:lpstr>Generative AI</vt:lpstr>
      <vt:lpstr>AGENDA</vt:lpstr>
      <vt:lpstr>Generative AI Initiative Goal </vt:lpstr>
      <vt:lpstr>Generative Artificial Intelligence</vt:lpstr>
      <vt:lpstr>Generative AI Model – Part 1</vt:lpstr>
      <vt:lpstr>Generative AI Model – Part 2 </vt:lpstr>
      <vt:lpstr>Gen AI Model Types &amp; Benefits</vt:lpstr>
      <vt:lpstr>Gen AI Solution Approach</vt:lpstr>
      <vt:lpstr>Generative AI Use Cases</vt:lpstr>
      <vt:lpstr>Apar’s Business Value Chain &amp; Solutions Concept</vt:lpstr>
      <vt:lpstr>Generative AI</vt:lpstr>
      <vt:lpstr>Path Forward</vt:lpstr>
      <vt:lpstr>Accelerate Agility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Agility</dc:title>
  <dc:creator>Sai</dc:creator>
  <cp:lastModifiedBy>Aman Patial</cp:lastModifiedBy>
  <cp:revision>146</cp:revision>
  <dcterms:modified xsi:type="dcterms:W3CDTF">2024-05-09T18:38:19Z</dcterms:modified>
</cp:coreProperties>
</file>